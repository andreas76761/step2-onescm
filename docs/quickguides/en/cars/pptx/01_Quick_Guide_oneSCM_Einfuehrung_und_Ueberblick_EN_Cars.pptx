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Introduction and Overview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is the central system for service contract and maintenance products. This guide shows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oneSCM is used for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work together and how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interacts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market (Chapter 1.1 to 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1.1 – 1.3 Goals and roles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Goals and benefits of oneSCM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 background and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 and tasks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1.4 – 1.6 Ecosystem and standard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 the oneSCM ecosystem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domains and collaboration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 and local variants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Goals and benefits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(1.1): oneSCM combines price information, quote, application, contract and management in one system.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Position the project (1.2): oneSCM replaces legacy systems and maps the contract process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uniformly.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(1.3 and 1.4) and the related chapters: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Chapters 4 to 8 and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Chapters 9 and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Market: Chapter 14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Chapter 15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deviations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Blueprint are only valid if they are documented and approved in the country deviation register (Chapter 20.6).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Understand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domains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(1.5): customer, vehicle, product, contract, payment and document are interlinked.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standard and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(1.6): The Blueprint applies globally; country deviations are documented in the register (Chapter 20).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Introduction and Overview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(dealership): quote, application, Application Management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business review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price and campaign maintenance,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 standards, central master data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oneSCM via RetailPortal or direct link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your own market, division and dealership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 1 as an entry point before all process chapters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3108960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56432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Own role and market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Relevant handbook chapters are identified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Access to oneSCM is requested or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Glossary and process map are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416552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6402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Terms and abbreviations (MO, HQ, OTR, VIN, ZB I) can be found in the glossary (Appendix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process map (Chapter 3.4) shows the order of the process chapters.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 per role are in the preface (V.2).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oneSCM stand for?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central Service Contract Management: quote, application, contract and management of service and maintenance products.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handbook apply to Cars and Vans?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Yes. Division differences are described in Chapter 21, country differences in Chapter 20.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start as a new user?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Chapter 2 (access) and Chapter 3 (navigation), then with the process chapter for your role.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Introduction and Overview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