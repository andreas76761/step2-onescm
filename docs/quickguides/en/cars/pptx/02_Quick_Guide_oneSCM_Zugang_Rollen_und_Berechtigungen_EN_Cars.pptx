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Access, Roles and Authorizations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log in via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authorizations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 know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request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missing rights and solve access issues (Chapter 2.1 to 2.6).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2.1 – 2.3 Login and roles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Login and Single Sign-on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roles and technical authorizations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 request and approval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2.4 – 2.6 Context and security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market, division and dealership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Missing authorizations and access issues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Secure handling of user account and session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oneSCM via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via the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direct link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Login is via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Single Sign-on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login, check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market, division and dealership context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(2.4): A wrong context means wrong products and prices.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Match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against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authorizations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(2.2). Missing menu items indicate missing roles.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Authorizations are never granted by e-mail or verbal request.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Every role is requested, reviewed and approved via ALICE; the approval is documented traceably.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an authorization is missing, submit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 request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ALICE (2.3). In the dealership,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dealership 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grants access.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access issues (2.5): clear the browser cache, log in again, then report a support case with user ID and screenshot.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Lock your session when away and never share your account with others (2.6).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Access, Roles and Authorizations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login, context check, authorization request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dealership admin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activation of roles in the dealership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role model and approvals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 user account in the corporate directory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Assigned oneSCM role (e.g. oneSCM.DealerPKW)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via RetailPortal or direct link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Login via SSO works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Market, division and dealership are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 required menu items are visible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Contact person for ALICE is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oneSCM.DealerPKW role is a prerequisite for application creation in the Vans business.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a role change, you need to log in again.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Multiple markets or divisions require multiple role assignments.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can't I see the Contract Creation menu item?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related role is missing. Request it via ALICE from your dealership admin.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an approval take?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Approval is given by the responsible admin; you can see the current status in the authorization request.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have multiple roles?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for example Dealer roles for Cars and Vans; the active context is shown in oneSCM.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authorization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Role request and approval (Chapter 19.16).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Access, Roles and Authorizations</dc:title>
  <dc:subject>PptxGenJS Presentation</dc:subject>
  <dc:creator>oneSCM Quick Guide</dc:creator>
  <cp:lastModifiedBy>oneSCM Quick Guide</cp:lastModifiedBy>
  <cp:revision>1</cp:revision>
  <dcterms:created xsi:type="dcterms:W3CDTF">2026-10-11T16:25:31Z</dcterms:created>
  <dcterms:modified xsi:type="dcterms:W3CDTF">2026-10-11T16:25:31Z</dcterms:modified>
</cp:coreProperties>
</file>