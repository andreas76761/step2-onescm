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Basics, Navigation and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find your way around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page and menu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interaction patterns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place the contract process from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3.1 to 3.9).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3.1 – 3.3 User interface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page and menu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UI elements and interaction patterns</a:t>
            </a:r>
            <a:endParaRPr lang="en-US" sz="9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3.4 – 3.6 Customer Journey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Price information, quote, application and contract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 and CRM handover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3.7 – 3.9 Status and context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Interfaces and system handovers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Interpreting status information correctly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work context and languages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94690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3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on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start page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(3.1): The tiles lead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Creation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well as warranty packages and external portals.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Use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(3.2): reference number, VIN, customer name or status narrow down lists. Columns such as "Actions" are reached via the horizontal slider.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Recognize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interaction patterns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(3.3): step bar with check marks, toggles for optional entries, three-dot menu for actions, mandatory fields marked with an asterisk.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Place your case on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map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(3.4 and 3.5): price information → quote → application → contract.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206240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206240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206240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green check mark in the step bar does not mean that the contract is active.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Only the contract status "active" after review and activation (Chapter 8) is binding.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928616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Take over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leads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the CRM and return results (3.6); note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 handovers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to OTR, VEGA and oneERP (3.7).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Read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information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correctly (3.8): application status, signature status and contract status are separate values.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Set your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work context and language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(3.9); documents follow the market's language variant (Chapter 7.4).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Basics, Navigation and Customer Journey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Cars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3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All roles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navigation, search, understanding status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customer journey from lead to contract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status information and system handovers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Successful login with correct context (Chapter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Basic knowledge of the process map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Personal work context and language are set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Start page and main menu are known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Search by reference number and VIN works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Process phase of the case is clear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Language and work context are set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status overview with permitted transitions is in Chapter 8.2 and Appendix D.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search only finds cases in your own market and dealership context.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Wizards end uniformly with the step "Overview &amp; Confirmation"; market names appear in the language of the market settings (3.3, 3.9).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Where can I find a saved application again?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Under Contract Creation › Application Management via the reference number (Chapter 8.1).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difference between a quote and an application?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quote is non-binding price information; the application is saved, signed, reviewed and activated.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use the interface in another language?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via the personal work context (3.9); contract documents follow the market's language variants.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Process diagrams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C with process map and sub-processes.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Glossary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Appendix A with terms and abbreviations.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Basics, Navigation and Customer Journey</dc:title>
  <dc:subject>PptxGenJS Presentation</dc:subject>
  <dc:creator>oneSCM Quick Guide</dc:creator>
  <cp:lastModifiedBy>oneSCM Quick Guide</cp:lastModifiedBy>
  <cp:revision>1</cp:revision>
  <dcterms:created xsi:type="dcterms:W3CDTF">2026-10-11T16:25:31Z</dcterms:created>
  <dcterms:modified xsi:type="dcterms:W3CDTF">2026-10-11T16:25:31Z</dcterms:modified>
</cp:coreProperties>
</file>