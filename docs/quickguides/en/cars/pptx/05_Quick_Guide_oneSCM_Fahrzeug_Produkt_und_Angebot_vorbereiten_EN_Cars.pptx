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Preparing Vehicle, Product and Quote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 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load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create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campaigns and discounts (Chapter 5.1 to 5.8).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5.1 – 5.3 Vehicle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types and entry points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and case identifiers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data, mandatory fields and validation rules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5.4 – 5.6 Product and price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Selecting products and scope of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Configuring term, mileage and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Prices, campaigns and discounts in the quote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5.7 – 5.8 Quote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validity and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to application creation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Depending on the phase, enter the appropriate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 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load the vehicle data (5.2):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price indication: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model series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quote: OTR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order: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 number from GO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From production: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VIN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(5.3). If these are not yet known, activate the toggle.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service/maintenance package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(5.4) and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interval, term, annual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if applicable,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industry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6085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6085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6085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soon as you click "Create application", you jump to customer data entry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can only edit the contract again later. Check product, term and mileage beforehand.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Preparing Vehicle, Product and Quote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create and hand over quote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products, prices and campaigns (Chapter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for special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is created or assigned (Chapter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identifier is available: model series, OTR deal ID, GO order number or VIN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products for market and division are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Entry point selected to match the phase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Vehicle data loaded and mandatory fields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Product, term and mileage match the customer's wishes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Campaign permitted, price information generated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2084832"/>
          </a:xfrm>
          <a:prstGeom prst="roundRect">
            <a:avLst>
              <a:gd name="adj" fmla="val 438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intervals "one-time" and "monthly" are always available; other intervals depend on customer segment and term.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Model series with six, seven and eight digits are accepted; contingent products (sales logic "FRD Not Related") are found via the model series, not via the VIN (5.4).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the identifier returns no products, check the first registration date and mileage: vehicles above the product's maximum age or maximum mileage receive no results (5.3).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Demonstrator and company cars count as used vehicles; only a pure maintenance package is possible for them.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 (continued)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available, 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active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dealer discounts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(5.6). Check eligibility against the campaign description.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contract details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generate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preview (PDF) for quote purposes.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validity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you hand over the quote to application creation (5.8, Chapter 6).</a:t>
            </a:r>
            <a:endParaRPr lang="en-US" sz="900" dirty="0"/>
          </a:p>
        </p:txBody>
      </p:sp>
      <p:sp>
        <p:nvSpPr>
          <p:cNvPr id="19" name="FAQ"/>
          <p:cNvSpPr/>
          <p:nvPr/>
        </p:nvSpPr>
        <p:spPr>
          <a:xfrm>
            <a:off x="5047488" y="22585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FAQ Inhalt"/>
          <p:cNvSpPr txBox="1"/>
          <p:nvPr/>
        </p:nvSpPr>
        <p:spPr>
          <a:xfrm>
            <a:off x="5157216" y="23317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identifier do I use before the order?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model series for a price indication; from quote the OTR deal ID, from order the order number from GO.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change a quote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until application creation; after that the change rules from Chapter 5.7 and 10.2 apply.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is a quote valid?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Validity depends on market requirements and price version (Chapter 5.7 and 14.9).</a:t>
            </a:r>
            <a:endParaRPr lang="en-US" sz="900" dirty="0"/>
          </a:p>
        </p:txBody>
      </p:sp>
      <p:sp>
        <p:nvSpPr>
          <p:cNvPr id="21" name="Important links and contacts"/>
          <p:cNvSpPr/>
          <p:nvPr/>
        </p:nvSpPr>
        <p:spPr>
          <a:xfrm>
            <a:off x="5047488" y="37673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2" name="Kartentitel"/>
          <p:cNvSpPr txBox="1"/>
          <p:nvPr/>
        </p:nvSpPr>
        <p:spPr>
          <a:xfrm>
            <a:off x="5157216" y="3840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3" name="Karteninhalt"/>
          <p:cNvSpPr txBox="1"/>
          <p:nvPr/>
        </p:nvSpPr>
        <p:spPr>
          <a:xfrm>
            <a:off x="5157216" y="41148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Order and vehicle reference (Chapter 19.5).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MIC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Vehicle data API (Chapter 19.8).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Preparing Vehicle, Product and Quote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