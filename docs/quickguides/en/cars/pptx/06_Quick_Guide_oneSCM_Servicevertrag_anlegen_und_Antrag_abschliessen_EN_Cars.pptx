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Creating a Service Contract and Completing the Application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6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 and contract type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enter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data and mandatory fields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customer, vehicle and product assignment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understand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validation rules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save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6.1 to 6.7).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6.1 – 6.3 Entering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Checking prerequisites and contract type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Entering contract data and mandatory fields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Checking customer, vehicle and product assignment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6.4 – 6.7 Checking and saving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Validation rules and error messages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Identifying special approvals in the standard process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Overview and final check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Saving the application and checking the reference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7024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type and prerequisites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(6.1): vehicle, product and customer group must match the contract type.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Enter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(6.2): mandatory fields are marked with an asterisk; missing entries block saving.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section, check the assignment of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customer, vehicle and product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(6.3) and 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preview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(PDF).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validation messages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(6.4): red messages must be resolved; yellow notes allow you to continue.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59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59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59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payment interval can later only be changed to "one-time"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other changes require a new contract.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64515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approvals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(6.5): deviating conditions or customer groups trigger an MO review (Chapter 9 and 12.4).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Carry out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final 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overview (6.6) and click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mark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proceed to signing.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Save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application and note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(6.7); it is the key for Application Management and support.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Creating a Service Contract and Completing the Application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6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enter, check and save application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special approvals and review (Chapter 9)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validation rules per market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Quote is prepared (Chapter 5)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is assigned (Chapter 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 for application creation is activated (Chapter 2)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Contract type and prerequisites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Mandatory fields complete, no red messages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Customer, vehicle and product assigned correctly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Application saved, reference number noted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the handbook example, an application is submitted for a business customer; deviations for private customers and KAM-managed key accounts are marked.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activate a collective invoice during the customer data check via the toggle at the bottom of the page.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Saved applications can be found under Application Management (Chapter 8.1).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change the application after saving?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a limited extent: first registration, license plate and documents via "Update" (Chapter 8.3); conditions require a new contract.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does a special approval mean?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application deviates from the standard and is reviewed by the MO before it can be activated (Chapter 9 and 12.4).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can I see the reference number?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overview after saving and in the first column of Application Management.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T6-7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From saved application to payment data and signature.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Creating a Service Contract and Completing the Application</dc:title>
  <dc:subject>PptxGenJS Presentation</dc:subject>
  <dc:creator>oneSCM Quick Guide</dc:creator>
  <cp:lastModifiedBy>oneSCM Quick Guide</cp:lastModifiedBy>
  <cp:revision>1</cp:revision>
  <dcterms:created xsi:type="dcterms:W3CDTF">2026-10-11T16:25:32Z</dcterms:created>
  <dcterms:modified xsi:type="dcterms:W3CDTF">2026-10-11T16:25:32Z</dcterms:modified>
</cp:coreProperties>
</file>