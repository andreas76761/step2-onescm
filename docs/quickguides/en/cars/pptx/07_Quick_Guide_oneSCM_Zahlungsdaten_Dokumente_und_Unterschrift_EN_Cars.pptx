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Payment Data, Documents and Signature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7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enter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method and payment interval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payer and invoice recipient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 details and mandates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generate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documents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correct language and obtain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digitally or manually (Chapter 7.1 to 7.8).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7.1 – 7.3 Payment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methods and payment intervals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payer and invoice recipient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 details and mandates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7.4 – 7.6 Documents and signature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documents and language variants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Digital signature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Manual signature and document upload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7.7 – 7.8 Checking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Multiple signatures and re-signature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Checking signature, document and application status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9469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method and payment interval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(7.1) and define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payer and invoice recipient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 details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generate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SEPA mandate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(7.3); for a collective invoice, activate the toggle.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Generate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preview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(PDF) and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language variant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documents (7.4).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contract review and activation, first registration, license plate and a copy of the ZB II must be available.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the print variant, contract documents and SEPA mandate must be uploaded separately.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type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(7.5 and 7.6):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E-signature (QR code)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customer scans the code, signs on mobile; filed automatically.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by e-mail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link by e-mail, access with 4-digit SMS code; filed automatically.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Print document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handwritten signature, then scan and "Upload application".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multiple signatories or changes, obtain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again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signature, document and application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(7.8) before moving on to the activation check (Chapter 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Payment Data, Documents and Signature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7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enter payment data, obtain signature, upload documents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signing via QR code, e-mail or on paper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 of signature and document status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is saved (Chapter 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e-mail and mobile number are stored in the customer master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Payer's bank details are available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Payment method, interval, payer and invoice recipient entered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SEPA mandate generated or uploaded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Documents in the correct language variant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Signature status "signed" checked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 digital signing, the contract is sent to the customer automatically.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print variant is suitable when several signatures are required or when no digital signature is possible.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Alternatively, the contract document can be opened on a computer via the link.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customer has no mobile number on file. What now?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e-mail variant requires SMS verification; use the e-signature via QR code or the print variant.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a document be uploaded later?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via Application Management › Update › Communication (Chapter 8.3).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happens with a re-signature?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previous document is replaced; the signature status starts over (Chapter 7.7).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T7-8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From documents and signature to the activation check.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MPay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Payment integration (Chapter 19.15).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Payment Data, Documents and Signature</dc:title>
  <dc:subject>PptxGenJS Presentation</dc:subject>
  <dc:creator>oneSCM Quick Guide</dc:creator>
  <cp:lastModifiedBy>oneSCM Quick Guide</cp:lastModifiedBy>
  <cp:revision>1</cp:revision>
  <dcterms:created xsi:type="dcterms:W3CDTF">2026-10-11T16:25:32Z</dcterms:created>
  <dcterms:modified xsi:type="dcterms:W3CDTF">2026-10-11T16:25:32Z</dcterms:modified>
</cp:coreProperties>
</file>