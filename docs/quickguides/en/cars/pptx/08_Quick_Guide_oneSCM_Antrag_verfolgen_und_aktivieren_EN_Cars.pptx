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Tracking and Activating the Application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and filter applications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overview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add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missing vehicle data and documents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activation prerequisites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respond correctly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rejection, delay and resubmission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8.1 to 8.7).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8.1 – 8.3 Tracking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Searching, filtering and tracking applications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overview and permitted transitions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Adding missing vehicle data and documents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8.4 – 8.7 Activating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process and activation prerequisites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Automatic and manual activation variants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activation and result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Rejection, delay and resubmission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4456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Creation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click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and search for the application via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Move the slider to the right to the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column, click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…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and select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Update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Enter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 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license plate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the application via the reference number, switch to the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Communication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tab and use the upload icon to upload the copy of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I/ZB II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the signed contract document.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Uploading the ZB II is not a mandatory field in the system, but no activation takes place without the document.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Incorrect applications are rejected and the customer is informed.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78231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overview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(8.2): only permitted transitions are possible; the application is reviewed and activated by Customer Management (8.4 and 8.5).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result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(8.6): contract status "active" and feedback in Communication.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case of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rejection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Customer Management will contact you; correct the data and resubmit the application (8.7).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Tracking and Activating the Application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track application, submit missing data and documents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MO/Customer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review, approval and activation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automatic activation when data is complete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is saved and signed (Chapter 6 and 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 is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registration, license plate and ZB II are available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Application found in Application Management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First registration and license plate entered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ZB II and contract document uploaded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Contract status "active" checked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service contract can be concluded up to 12 months and/or a maximum of 50,000 km after first registration, provided the vehicle has not yet received a service (exception: company and demonstrator vehicles with a previous owner).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contract start corresponds to the date of first registration.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transitions are documented as a matrix in Appendix D.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activation take?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complete data, automatic activation takes place promptly; manual reviews by Customer Management take correspondingly longer (8.5).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My application was rejected. What to do?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Read the rejection reason in Communication, correct the data and resubmit the application (8.7).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filter by status?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Application Management offers filters by status, date and customer (8.1).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T8-9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Overall process and MO role deep dive.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Tracking and Activating the Application</dc:title>
  <dc:subject>PptxGenJS Presentation</dc:subject>
  <dc:creator>oneSCM Quick Guide</dc:creator>
  <cp:lastModifiedBy>oneSCM Quick Guide</cp:lastModifiedBy>
  <cp:revision>1</cp:revision>
  <dcterms:created xsi:type="dcterms:W3CDTF">2026-10-11T16:25:32Z</dcterms:created>
  <dcterms:modified xsi:type="dcterms:W3CDTF">2026-10-11T16:25:32Z</dcterms:modified>
</cp:coreProperties>
</file>