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MO Checks and Business Reviews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9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tasks and scope of the MO 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carry out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within contract creation, assess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status and reasons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ensure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quality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handle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deviations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hand over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decision or support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9.1 to 9.8).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9.1 – 9.4 Review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Tasks and scope of the MO role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Checks within contract creation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status, reasons and open checks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Quality assurance and system checks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9.5 – 9.8 Result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Deviations and re-check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Handover for decision or to support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Checks for contract changes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Review: profiles and overview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7024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 worklist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select the application (9.2).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data, customer data, documents and signature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against the check criteria (9.2 and 9.4); system checks indicate deviations.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enter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reason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(9.3). Open checks remain visible in the worklist.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6027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6027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6027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 rejection is only permitted with a comment.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reason must be comprehensible for the Dealer and is saved in the history.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18795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 case of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deviations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request corrections from the Dealer and check again (9.5).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reject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hand over disputed cases for decision or to support (9.6).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changes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by the same rules (9.7) and 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Review profiles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the overview (9.8).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MO Checks and Business Reviews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9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 Operation): business review, approval, rejection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subsequent delivery of data and documents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HQ/Market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 rules and Contract Review profiles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role is activated (Chapter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is signed and fully submitted (Chapter 7 and 8)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market's check criteria are known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All check criteria assessed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Check status and reason entered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Deviations documented and reported back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Decision approved or rejected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MO reviews business aspects; technical faults go to support (Chapter 23).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Comments are visible internally or externally; check the visibility before saving (Chapter 12.7).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Checks are part of the approval workflow according to Chapter 16.3.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exactly does the MO check?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Completeness and plausibility of customer, vehicle, product, payment data, documents and signature (9.2 and 9.4).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the Dealer see the check status?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in Application Management as a status and in Communication as feedback.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often can a re-check be done?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often as corrections are submitted; every check is traceable in the history (9.5).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 T9-10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From check result to ongoing contract management.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Role/status/scope matrices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MO Checks and Business Reviews</dc:title>
  <dc:subject>PptxGenJS Presentation</dc:subject>
  <dc:creator>oneSCM Quick Guide</dc:creator>
  <cp:lastModifiedBy>oneSCM Quick Guide</cp:lastModifiedBy>
  <cp:revision>1</cp:revision>
  <dcterms:created xsi:type="dcterms:W3CDTF">2026-10-11T16:05:18Z</dcterms:created>
  <dcterms:modified xsi:type="dcterms:W3CDTF">2026-10-11T16:05:18Z</dcterms:modified>
</cp:coreProperties>
</file>