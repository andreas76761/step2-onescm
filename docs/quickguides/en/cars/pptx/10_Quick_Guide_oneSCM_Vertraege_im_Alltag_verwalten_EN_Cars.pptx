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Managing Contracts in Daily Operations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10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 for contracts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change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contract, customer and payment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carry out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 of payer and transfer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suspend and reactivate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extend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close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contracts and 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 history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10.1 to 10.8).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10.1 – 10.4 Changing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Searching for contracts and checking details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Changing contract, customer and payment data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 of payer and contract transfer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Suspend and reactivate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10.5 – 10.8 Closing and tracing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Extension, follow-up quote and follow-up contract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Termination, cancellation and closure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Financial consequences and closing evidence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 history and traceability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1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4456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1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 for the contract via reference number, VIN or customer and 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details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contract, customer or payment data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permitted actions (10.2); the payment interval can later only be changed to "one-time".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Carry out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 of payer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transfer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the required evidence (10.3).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Suspend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reactivate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legitimate reasons (10.4).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92277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92277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92277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Changes to product, term or mileage require a new contract.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Cancellations and closures have financial consequences (Chapter 11.6) and are irreversible.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64515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the end of the term, create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follow-up quote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follow-up contract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termination, cancellation or closure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financial consequences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secure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closing evidence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(10.6 and 10.7).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 history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(10.8); every change is traceable with time, role and reason.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Managing Contracts in Daily Operations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10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initiate changes, create follow-up quotes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review of changes (Chapter 9.7)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Finance department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financial consequences and evidence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is active (Chapter 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Reason and time of the change are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consent is available where required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Contract uniquely identified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Permitted change selected, evidence available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Financial consequences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Change documented in the history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Changes go through the MO Check according to Chapter 9.7.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transfer requires a new registered keeper and identity of holder and registered keeper (Chapter 4.4).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history is the basis for reporting and governance (Chapter 16).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increase the mileage?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Not in the current contract; this requires a new contract or follow-up contract (10.2 and 10.5).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is the difference between cancellation and termination?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Cancellation voids the contract, termination ends it at a set date; both have their own financial consequences (10.6 and 10.7).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can I see who changed something?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contract's change history (10.8).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35915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Calculation examples and finance reference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Managing Contracts in Daily Operations</dc:title>
  <dc:subject>PptxGenJS Presentation</dc:subject>
  <dc:creator>oneSCM Quick Guide</dc:creator>
  <cp:lastModifiedBy>oneSCM Quick Guide</cp:lastModifiedBy>
  <cp:revision>1</cp:revision>
  <dcterms:created xsi:type="dcterms:W3CDTF">2026-10-11T16:05:18Z</dcterms:created>
  <dcterms:modified xsi:type="dcterms:W3CDTF">2026-10-11T16:05:18Z</dcterms:modified>
</cp:coreProperties>
</file>