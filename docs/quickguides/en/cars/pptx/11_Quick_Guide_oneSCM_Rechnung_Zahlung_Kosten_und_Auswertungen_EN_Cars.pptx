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Invoicing, Payment, Costs and Reports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invoicing and payment schedules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 and payment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different invoice recipients and collective invoices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cost management and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 and corrections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 and exports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11.1 to 11.8).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11.1 – 11.4 Invoice and costs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Invoicing and payment schedules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Distinguishing invoice status and payment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Different invoice recipients and collective invoice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Cost management and claims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11.5 – 11.8 Settlement and reporting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Workshop and supplier references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settlement, refund and corrections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filters and exports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Handing over deviations to the department or support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628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contract's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schedule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(11.1): interval, amounts and due dates.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(issued, cancelled)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(open, paid, overdue) (11.2).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different invoice recipient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collective invoice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the assignment from Chapter 7.2 (11.3).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Invoice and payment status are separate values.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issued invoice is not paid, and an incoming payment does not automatically change the contract status.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costs and claims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contract (11.4)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workshop and supplier references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 closure,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final settlement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takes place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correction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reporting, filters and exports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analyses (11.7) and hand over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the department or support (11.8).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Invoicing, Payment, Costs and Reports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invoice and payment status, workshop reference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payment schedules, corrections, refunds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reporting and analyses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is active and payment data is entered (Chapter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invoice and payment information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the interfaces to oneERP, NEMESIS and MPay (Chapter 19)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schedule and due dates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Invoice and payment status read correctly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Invoice recipient and collective invoice appropriate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 handed over with reference number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Accounting processing takes place in NEMESIS, payments via MPay, customer data via oneERP (Chapter 19.11 to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Exports contain personal data; observe Chapter 16.1.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 for refunds are in Appendix I.2.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is the contract "paid" but the invoice "open"?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Both statuses come from different systems and are updated at different times (11.2).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corrects an incorrect invoice?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Finance department via the correction process; you hand over the case with the reference number (11.6 and 11.8).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export reports?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Reporting with filters and export (11.7), depending on your role.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NEMESIS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Accounting processing (Chapter 19.14).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MPay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integration (Chapter 19.15).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Invoicing, Payment, Costs and Reports</dc:title>
  <dc:subject>PptxGenJS Presentation</dc:subject>
  <dc:creator>oneSCM Quick Guide</dc:creator>
  <cp:lastModifiedBy>oneSCM Quick Guide</cp:lastModifiedBy>
  <cp:revision>1</cp:revision>
  <dcterms:created xsi:type="dcterms:W3CDTF">2026-10-11T16:05:18Z</dcterms:created>
  <dcterms:modified xsi:type="dcterms:W3CDTF">2026-10-11T16:05:18Z</dcterms:modified>
</cp:coreProperties>
</file>