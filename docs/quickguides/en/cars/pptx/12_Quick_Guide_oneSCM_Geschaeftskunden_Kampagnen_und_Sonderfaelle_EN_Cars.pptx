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Business Customers, Campaigns and Special Cases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requirements for 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apply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special conditions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submit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justification,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assignment, validation and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12.1 to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Business customers and special case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requirements for business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 and special customer constellations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special conditions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 and justification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12.9 Processing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assignment and further processing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Validation, approval and rejection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Internal and external comments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Bulk creation and validation of vehicle lists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9028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enter the company name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VAT 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if applicable, the industry (12.1);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customer constellation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conditions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if the eligibility described is met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deviations from the standard, submit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comprehensible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justification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request is assigned to the responsible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processor (12.5)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validated, approved or rejected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MO or Market (12.6).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group "KAM-managed key accounts" is to be used only for individual price requests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i.e. for KAM-managed customers or for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internal 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coordination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external 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feedback to the customer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 customer accounts and special cases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fleets, hand vehicle lists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bulk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the system checks product, first registration and mileage per vehicle and notifies dealer, MO and MPC about the result table (12.9).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Business Customers, Campaigns and Special Cases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special case request, campaign selection, comments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validation, approval or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managed key accounts and individual price requests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 "Business customer" or "KAM-managed key accounts" is selected correctly (Chapter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eligibility is given as described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Justification for the special case is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group and additional details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Campaign eligibility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Special case justified and submitted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Comment visibility observed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 always trigger an MO check (Chapters 6.5 and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External comments are visible to the customer; do not enter internal information.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are maintained by the Market (Chapter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do I need a special case request?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When conditions, customer constellation or product deviate from the standard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decides on the special case?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or Market after validation; you see the result in the application and in the comments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area for managing customer accounts, relationships and special cases (12.8).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 along the contract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Business Customers, Campaigns and Special Cases</dc:title>
  <dc:subject>PptxGenJS Presentation</dc:subject>
  <dc:creator>oneSCM Quick Guide</dc:creator>
  <cp:lastModifiedBy>oneSCM Quick Guide</cp:lastModifiedBy>
  <cp:revision>1</cp:revision>
  <dcterms:created xsi:type="dcterms:W3CDTF">2026-10-11T16:25:32Z</dcterms:created>
  <dcterms:modified xsi:type="dcterms:W3CDTF">2026-10-11T16:25:32Z</dcterms:modified>
</cp:coreProperties>
</file>