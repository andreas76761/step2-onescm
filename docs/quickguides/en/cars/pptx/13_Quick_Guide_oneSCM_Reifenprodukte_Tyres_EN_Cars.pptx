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Tyre Products – Tyres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728216"/>
          </a:xfrm>
          <a:prstGeom prst="roundRect">
            <a:avLst>
              <a:gd name="adj" fmla="val 529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position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products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relative to the standard process, select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product, tyre type and tyre size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configure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term, mileage and scope of services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price, options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carry out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documents and activation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manage the contract through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termination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13.1 to 13.7).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551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9900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264408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13.1 – 13.4 Product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Positioning and distinction from the standard process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Product, tyre type and tyre size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Term, mileage and scope of services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Price, options and campaigns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264408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13.5 – 13.7 Contract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documents and activation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Ongoing management and claiming services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Renewal and termination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709160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Recognize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(13.1): tyre products follow the standard process but have their own product and price parameters.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product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size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matching the vehicle (13.2).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Configure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term, mileage and scope of services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(13.3) and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price, options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size and tyre type must match the vehicle equipment.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Deviations lead to rejection in the MO Check and prevent services from being claimed.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Create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obtain the signature and upload the documents (13.5, as in Chapters 6 to 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During the active contract,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services are claimed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workshop (13.6).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the end of the term,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renewal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termination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Tyre Products – Tyres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offer, apply for and manage tyre contracts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tyre products, sizes and prices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 and activation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 loaded (Chapter 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type and tyre size of the vehicle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Tyre product is released in the market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Tyre product available in the market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Tyre type and size correct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Term and mileage configured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Application activated, services can be claimed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 and coverage codes are maintained centrally (Chapter 15.7).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Observe division differences Cars/Vans (Chapter 21).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 for tyre products depend on market and time (Chapter 14.13).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combine tyres and service in one contract?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This depends on the market's product offering (Chapters 13.1 and 14.8).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does the tyre size come from?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the vehicle data; check it against the actual equipment (13.2).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are services claimed?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workshop with reference to contract and coverage (13.6 and 19.9).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VEGA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Contract, coverage and claim (Chapter 19.9).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Tyre Products – Tyres</dc:title>
  <dc:subject>PptxGenJS Presentation</dc:subject>
  <dc:creator>oneSCM Quick Guide</dc:creator>
  <cp:lastModifiedBy>oneSCM Quick Guide</cp:lastModifiedBy>
  <cp:revision>1</cp:revision>
  <dcterms:created xsi:type="dcterms:W3CDTF">2026-10-11T16:25:32Z</dcterms:created>
  <dcterms:modified xsi:type="dcterms:W3CDTF">2026-10-11T16:25:32Z</dcterms:modified>
</cp:coreProperties>
</file>