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Market Role, Product and Price Maintenance and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Market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products, price versions, vehicle groups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14.1 to 14.14).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14.1 – 14.7 Market and administration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Market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 from the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 administration and template management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Administration area and permitted actions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Market-related visibility and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Check, approve and document changes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14.8 – 14.14 Product, price, campaign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definition, creation and publication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 and factor limits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change, versioning and effect on existing contracts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groups and Van model series clustering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as a work area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creation and discount maintenance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components, Cost Unit Split and inflation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flow_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relative to the HQ role (14.1) and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(14.2 and 14.3).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(14.4) and use only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administration area (14.5);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visibility and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Define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products, create them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them (14.8).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 and factor limits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components, Cost Unit Split and inflation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(14.9 and 14.14).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39227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39227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3922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Published price versions take effect immediately on new quotes.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Check factor limits and the effect on existing contracts in Product Testing before you publish.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45079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changes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effect on existing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(14.10); cluster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groups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 model series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changes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(14.12) before you create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discounts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Check, approve and document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every change (14.7).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Market Role, Product and Price Maintenance and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price and campaign maintenance,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 and approvals (Chapter 15)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feedback from checks and sales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administration rights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country deviations known (Chapters 15 and 20)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approval process clarified (Chapter 16.3)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checked in Product Testing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Price version, cluster and factor limits plausible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Effect on existing contracts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documented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 must be documented in the register (Chapter 20.6); otherwise the Blueprint applies.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Depending on versioning, product changes affect only new contracts or existing contracts as well (14.10).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 T14-15 and T15-14 describe the interaction with HQ.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_en/landscap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may the Market change without HQ?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Market-specific settings, prices, campaigns and templates within the Blueprint; deviations require HQ approval (14.3 and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test a new product?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Product Testing with test data from Appendix I.3, before it is published (14.12).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a Cost Unit Split?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split of the price into cost components, e.g. for inflation adjustments (14.14).</a:t>
            </a:r>
            <a:endParaRPr lang="en-US" sz="900" dirty="0"/>
          </a:p>
        </p:txBody>
      </p:sp>
      <p:sp>
        <p:nvSpPr>
          <p:cNvPr id="20" name="Important links and contacts"/>
          <p:cNvSpPr/>
          <p:nvPr/>
        </p:nvSpPr>
        <p:spPr>
          <a:xfrm>
            <a:off x="5047488" y="367588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402336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T14-15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Connecting market maintenance and central requirements.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Market Role, Product and Price Maintenance and Administration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