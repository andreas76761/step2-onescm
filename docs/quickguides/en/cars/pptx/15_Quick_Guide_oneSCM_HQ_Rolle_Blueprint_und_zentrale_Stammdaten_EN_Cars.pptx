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 Role, Blueprint and Central Master Data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15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 of the HQ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maintain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handle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steer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and approvals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work together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and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are responsible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 matching and coverage 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15.1 to 15.7).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15.1 – 15.4 Blueprint and governance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 of the HQ role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maintenance and global standards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Handling country deviations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and approvals at HQ level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15.5 – 15.7 Collaboration and master data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Collaboration with Market and MO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 description versus documented navigation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 matching and coverage codes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9826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Distinguish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Market and MO (15.1).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Maintain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the binding basis for all markets (15.2).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Assess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approve or reject them (15.3); record the result in the register (Chapter 20.6).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Changes to coverage codes and SA matching affect all markets and divisions.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They are published only after approval and with test evidence (Chapter 16.4).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and approvals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at HQ level (15.4) following the approval workflow from Chapter 16.3.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Align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and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(15.5); distinguish between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 description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documented navigation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system (15.6).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 matching and coverage 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centrally (15.7); they control product assignment and claiming of services.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 Role, Blueprint and Central Master Data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15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 standards, central master data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local configuration and feedback (Chapter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 rules and quality feedback (Chapter 9)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role with central maintenance rights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process and approval levels known (Chapter 16)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 register accessible (Chapter 20.6)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Blueprint change justified and approved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Country deviation assessed and in the 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Technical Options and coverage codes tested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Market and MO informed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Blueprint is the reference for training and handbook; deviations are documented per country (Chapter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approvals are traceable in the clarification register (Appendix F).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modules T15-14 and T15-16 connect HQ maintenance with Market and governance.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the Blueprint?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global standard process with products, rules and master data from which markets may deviate only in a documented way (15.2).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maintains coverage codes?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HQ centrally; markets use them in product definition and claiming of services (15.7).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HQ and Market proceed in case of conflicts?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clarification register and the governance approval (15.4 and 16.7).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T15-14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Handing over central foundations to market maintenance.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T15-16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From the maintenance decision to governance evidence.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HQ Role, Blueprint and Central Master Data</dc:title>
  <dc:subject>PptxGenJS Presentation</dc:subject>
  <dc:creator>oneSCM Quick Guide</dc:creator>
  <cp:lastModifiedBy>oneSCM Quick Guide</cp:lastModifiedBy>
  <cp:revision>1</cp:revision>
  <dcterms:created xsi:type="dcterms:W3CDTF">2026-10-11T16:05:18Z</dcterms:created>
  <dcterms:modified xsi:type="dcterms:W3CDTF">2026-10-11T16:05:18Z</dcterms:modified>
</cp:coreProperties>
</file>