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and Go-Live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for access, configuration and 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 with 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and handover to operations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after go-live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17.1 to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Preparation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for access, configuration and training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 and functional acceptance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Operations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and handover to operations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after go-live and open items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markets and go-live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which divisions, products and roles go live when?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Ensure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(17.2): access, market configuration, training environment.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preparation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acceptance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test evidence (17.3, Chapter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documented functional acceptance there is no productive start in the market.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Acceptance, test evidence and training status are prerequisites for the handover to operations.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 the roles with the handbook, Quick Guides and knowledge checks (Appendix H) and hand over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the go-live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and track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items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clarification 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and Go-Live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 planning and acceptance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market preparation, configuration, training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participation in training and acceptance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 plan with target markets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Authorizations for training and production system requested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configuration completed according to Chapter 14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Target markets and scope confirmed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Access and configuration ready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Acceptance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Training carried out, open items recorded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 are covered in Chapters 20.5 and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 for getting started can be found in Appendix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on the functional baseline in Chapter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accepts the market?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functionally, HQ for Blueprint conformity; both are documented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training materials are available?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Handbook, Quick Guides per chapter, knowledge checks (Appendix H) and training material in the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the support after go-live last?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market's rollout plan; open items are tracked in the register until closed (17.5).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and 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and Go-Live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