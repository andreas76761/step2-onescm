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Architecture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connected systems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order, vehicle, contract, finance, payment and authorization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 with 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individual system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19.1 to 19.31).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 and vehicle (19.2 – 19.10)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 – Cars order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AFAB – Vans order 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CEPRO – Vans vehicle master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 – Order and vehicle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DSB – Mileage reading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Warranty-and-Goodwill-API, MIC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 – Contract, coverage, claim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BS4 or SDB4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Finance, payment, authorization (19.11 – 19.17)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 – Customer and finance integration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CoFiCo and SWT – FI connection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 – Accounting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 – Payment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DATIX – Manual handover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 and profiles (19.18 – 19.31)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Other systems, data platforms, legacy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Integration paths and interface operation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Profiles: VeDoc, VERSO/VOM, oneDoC, Xentry, MBFS Bundling, POS channels, insurers, suppliers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flow_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overview and system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data sources per process step: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and order: GO, AFAB, CEPRO, OTR, MIC, DSB (19.2 to 19.8)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and services: VEGA, BS4/SDB4, Warranty-and-Goodwill-API (19.7, 19.9, 19.10)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and finance: oneERP, CoFiCo, SWT, NEMESIS, MPay (19.11 to 19.15)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Access: ALICE (19.16); manual handover: DATIX (19.17)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integration paths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(19.21)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(19.22).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42885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42885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42885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 not work around interface errors with manual duplicate maintenance.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Report the error with reference number and system to Support; DATIX is only the documented manual handover path.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501091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open evidence (19.23).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Look up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individual system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needed (19.24 to 19.31).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IT Architecture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architecture, interface operation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error handling and evidence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understanding of data origin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understanding of the contract process (Chapter 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architecture register (19.23)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path for interface errors known (Chapter 23)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System map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Data source per process step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Error path for interface failures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Profile of the affected system read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 use different order systems (GO or AFAB/CEPRO).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 master data arrives via the CeproImport batch job; report batch job incidents with job name and time (19.4, 19.22).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 systems (19.20) run only until the cutover (Chapter 18.6).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_en/landscape_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vehicle data in the application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Depending on the entry point, from OTR, GO or MIC (Chapter 19.2); Vans master data from CEPRO (19.4 to 19.8).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VEGA do?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VEGA maintains contract, coverage and claim for claiming services (19.9).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is DATIX used?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for the documented manual handover when no automated path exists (19.17).</a:t>
            </a:r>
            <a:endParaRPr lang="en-US" sz="900" dirty="0"/>
          </a:p>
        </p:txBody>
      </p:sp>
      <p:sp>
        <p:nvSpPr>
          <p:cNvPr id="20" name="Important links and contacts"/>
          <p:cNvSpPr/>
          <p:nvPr/>
        </p:nvSpPr>
        <p:spPr>
          <a:xfrm>
            <a:off x="5047488" y="35387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38862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Architecture register and open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 operation and error handling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19.22.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IT Architecture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