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Division-Specific Topics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distinction Cars/Vans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 and identifiers per division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 and price parameters per division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signature and activation per division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management and financial consequences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planning, tests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21.1 to 21.6).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21.1 – 21.3 Profile and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profile and distinction Cars/Vans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 and identifiers per division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 and price parameters per division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21.4 – 21.6 Process and planning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signature and activation per division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Management and financial consequences per division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planning, tests and approvals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2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2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distinction Cars/Vans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identifiers per division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Cars: order data from GO (Chapter 19.2)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Vans: order data from AFAB, master data from CEPRO, model series clustering (Chapters 19.3, 19.4, 14.11)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division's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 and price parameters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82219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82219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82219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Cars and Vans contracts use different order systems and identifiers.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 wrong division context leads to wrong products and prices; check the context before the quote.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544568"/>
            <a:ext cx="46451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signature and activation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according to the division rules (21.4).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management and financial consequences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division (21.5).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planning, tests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the responsibility of Market and HQ (21.6).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Division-Specific Topics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entry in the correct division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products and prices per division (Chapter 14.11)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division planning and approvals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for the respective division enabled (e.g. oneSCM.DealerPKW)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context is set (Chapter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identifiers of the division known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Division context correct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Identifier of the division used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Product of the division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Division rules for signature and activation observed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Cars edition is based on the Vans example "Application creation and management"; see Chapter 21.2 for car identifiers.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BM6 flow for Vans offers all sales designations matching model series and engine type; model series with seven and eight digits are accepted (21.2).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Cross-division special cases in Chapter 12.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create van contracts with the Cars role?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No, this requires the Vans role and the matching context (Chapter 2.2).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do the entry points differ?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Because Cars and Vans have different order and master data systems (21.2 and 19).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are the division tests?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Chapter 21.6 and in the test data catalog (Appendix I.3).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Division profile Cars/Vans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21.1.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Division-Specific Topics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