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FAQ, Troubleshooting and Support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Cars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Chapter 23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1/2</a:t>
            </a:r>
            <a:endParaRPr lang="en-US" sz="700" dirty="0"/>
          </a:p>
        </p:txBody>
      </p:sp>
      <p:sp>
        <p:nvSpPr>
          <p:cNvPr id="8" name="Purpose and benefit"/>
          <p:cNvSpPr/>
          <p:nvPr/>
        </p:nvSpPr>
        <p:spPr>
          <a:xfrm>
            <a:off x="201168" y="713232"/>
            <a:ext cx="4663440" cy="1581912"/>
          </a:xfrm>
          <a:prstGeom prst="roundRect">
            <a:avLst>
              <a:gd name="adj" fmla="val 578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Purpose and benefit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You find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frequent questions per process phase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known errors by market and release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distinguish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usage question, data deviation and incident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compile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information for a support case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and know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and escalation paths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confirmed workarounds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(Chapters 23.1 to 23.6).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_en/badge_2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40487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References to handbook chapters and systems are highlighted; e-mail addresses are provided as links.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84378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Topics at a glance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3118104"/>
            <a:ext cx="224028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23.1 – 23.3 Classify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Frequently asked questions by process phase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Known errors by market and release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Usage question, data deviation and incident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3118104"/>
            <a:ext cx="224028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23.4 – 23.6 Report and resolve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Information for a support case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and escalation paths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Confirmed workarounds and result check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_en/landscape_2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535424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_en/flow_23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How to proceed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First search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FAQ per process phase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(23.1) and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known errors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for your market and release (23.2).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Classify your issue (23.3):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Usage question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handbook and Quick Guide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Data deviation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leading system and business department (Chapter 16.2)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Incident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support case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Compile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information for the support case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(23.4):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Reference number, VIN, market, division, role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Time, step, error message, screenshot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794760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794760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794760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Unconfirmed workarounds can damage contracts and data.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Use only the solutions documented in Chapter 23.6.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379976"/>
            <a:ext cx="464515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Use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and escalation paths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(23.5): Vans service contract help via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your market's support channel (Chapter 23.5)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; further paths per market.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Apply only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confirmed workarounds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check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result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(23.6).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FAQ, Troubleshooting and Support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Cars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Chapter 23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2/2</a:t>
            </a:r>
            <a:endParaRPr lang="en-US" sz="700" dirty="0"/>
          </a:p>
        </p:txBody>
      </p:sp>
      <p:sp>
        <p:nvSpPr>
          <p:cNvPr id="8" name="Roles and prerequisites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Roles and prerequisites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Roles involved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All roles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self-help via FAQ and workarounds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Dealer/MO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support case with complete details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Support/Customer Management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processing and escalation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Prerequisites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Reference number, market, division and role known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Screenshot without personal data (Chapter 16.1)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Handbook chapter for the process step checked</a:t>
            </a:r>
            <a:endParaRPr lang="en-US" sz="900" dirty="0"/>
          </a:p>
        </p:txBody>
      </p:sp>
      <p:sp>
        <p:nvSpPr>
          <p:cNvPr id="11" name="Checklist before completion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 before completion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FAQ and known errors checked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Issue classified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Support information complete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Workaround confirmed, result checked</a:t>
            </a:r>
            <a:endParaRPr lang="en-US" sz="900" dirty="0"/>
          </a:p>
        </p:txBody>
      </p:sp>
      <p:sp>
        <p:nvSpPr>
          <p:cNvPr id="14" name="Notes and pitfalls"/>
          <p:cNvSpPr/>
          <p:nvPr/>
        </p:nvSpPr>
        <p:spPr>
          <a:xfrm>
            <a:off x="201168" y="4242816"/>
            <a:ext cx="4663440" cy="1316736"/>
          </a:xfrm>
          <a:prstGeom prst="roundRect">
            <a:avLst>
              <a:gd name="adj" fmla="val 694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Notes and pitfalls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If information is incorrect, Customer Management will contact you; incorrect applications are rejected.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During contract creation for MBIL, the product query can end with a server error; repeat the query and report the case (23.2).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Training material, videos and FAQ are available in the RetailPortal.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673352"/>
          </a:xfrm>
          <a:prstGeom prst="roundRect">
            <a:avLst>
              <a:gd name="adj" fmla="val 546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Frequently asked questions and answers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How long after first registration can a service contract be concluded?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Up to 12 months and/or a maximum of 50,000 km, provided the vehicle has not yet had a service (exception: company and demonstration vehicles with a previous owner).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Can a service package be concluded for demonstration vehicles?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Demonstration and company vehicles count as used vehicles; only a pure maintenance package is possible for them.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Can a person other than the registered keeper conclude the contract?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No, contract holder and registered keeper must be identical.</a:t>
            </a:r>
            <a:endParaRPr lang="en-US" sz="900" dirty="0"/>
          </a:p>
        </p:txBody>
      </p:sp>
      <p:sp>
        <p:nvSpPr>
          <p:cNvPr id="19" name="Important links and contacts"/>
          <p:cNvSpPr/>
          <p:nvPr/>
        </p:nvSpPr>
        <p:spPr>
          <a:xfrm>
            <a:off x="5047488" y="2496312"/>
            <a:ext cx="4663440" cy="1344168"/>
          </a:xfrm>
          <a:prstGeom prst="roundRect">
            <a:avLst>
              <a:gd name="adj" fmla="val 680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56946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Important links and contacts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843784"/>
            <a:ext cx="44805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Service contract support Cars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your market's support channel (Chapter 23.5)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RetailPortal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System news and training material.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Ticket-to-chapter mapping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Appendix 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Handbook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Complete chapters with screenshots, role, status and scope matrices (Appendix D).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FAQ, Troubleshooting and Support</dc:title>
  <dc:subject>PptxGenJS Presentation</dc:subject>
  <dc:creator>oneSCM Quick Guide</dc:creator>
  <cp:lastModifiedBy>oneSCM Quick Guide</cp:lastModifiedBy>
  <cp:revision>1</cp:revision>
  <dcterms:created xsi:type="dcterms:W3CDTF">2026-10-11T16:25:33Z</dcterms:created>
  <dcterms:modified xsi:type="dcterms:W3CDTF">2026-10-11T16:25:33Z</dcterms:modified>
</cp:coreProperties>
</file>