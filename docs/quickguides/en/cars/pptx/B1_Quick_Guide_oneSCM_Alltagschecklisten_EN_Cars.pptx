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B.1: Everyday Checklists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B.1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everyday checklists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summarize, per process phase, the check items that must be met before the next step: from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through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and 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process checklists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quote (Chapters 4 and 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saving the application (Chapter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signature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activation check (Chapters 8 and 9)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Operation and maintenance checklists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contract changes (Chapter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handover to Finance (Chapter 11)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publishing product and price (Chapter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approvals at HQ level (Chapter 15)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B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 of the process 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your transaction is in (process map, Chapter 3.4).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 through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items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order; each item refers to the chapter with the description.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 open items and clarify them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next step, not afterwards.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completed checklist does not replace the system check.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Validation rules (Chapter 6.4) and MO Checks (Chapter 9) apply regardless of the checklist.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MO reviews, document the checklist result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9.3).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 check item is missing, report it via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B.1: Everyday Checklists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B.1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checklists before quote, application and signature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checklist before approval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checklists before publication and approval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Relevant process chapter is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 or transaction at hand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 in the current handbook version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Appropriate checklist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 check items worked through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Open items clarified before the next step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Missing check items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checklists correspond to the "Checklist before completion" sections in the chapters' Quick Guides.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Checklists are supplemented with local items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 for the checklists are in Appendix I.1.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 checklists binding?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They are working aids; the binding rules are the process rules of the chapters and the system checks.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 checklists available for printing?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Appendix B.1 is included as a print version in the handbook export (Chapter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are checklists updated?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each release via the change overview (Chapter 22.4).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Everyday checklists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B.1.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B.1: Everyday Checklists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