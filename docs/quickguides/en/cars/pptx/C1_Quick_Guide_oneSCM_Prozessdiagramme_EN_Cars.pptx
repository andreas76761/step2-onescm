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C.1: Process Diagrams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C.1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process diagrams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show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process map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sub-processes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from quote to contract end 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handovers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between roles and systems. This guide explains how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diagrams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them to your transaction.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C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Diagrams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Process map (overall process)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Sub-processes: quote, application, signature, activation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Management, termination, billing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and HQ maintenance processes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Symbols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Rectangle: process step with chapter reference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Diamond: decision or check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Arrow: handover, labeled with status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Color: role that performs the step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C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7024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C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 with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process map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find the phase of your transaction.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Open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sub-process diagram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of the phase; each step names the chapter.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handovers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on the arrows: Which status must be reached, which role takes over?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9169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9169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9169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Diagrams show the standard process.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Country and division deviations (Chapters 20 and 21) are documented only there, not in the diagram.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50215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decisions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(diamonds): special approval, MO Check and rejection lead to alternative paths.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 modules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(T6-7 to T15-16) to move between chapters.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C.1: Process Diagrams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C.1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read diagrams and classify the transaction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Training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use diagrams as an introduction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maintain and approve diagrams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Basic knowledge of the process map (Chapter 3.4)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 and process phase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Diagram symbols (legend) read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Phase found in the process map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Sub-process read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Handovers and status understood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Alternative paths known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diagrams are shown in the dashboard as a click path.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 transitions in detail are in Appendix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Diagrams are reviewed with each release (Chapter 22).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Which diagram do I need for application creation?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Sub-process application (Chapter 6) with transition T6-7 to signature.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do the colors mean?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role that performs the step: Dealer, MO, Market, HQ or system.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export diagrams?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via the handbook export (Chapter 16.5).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08483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Process diagrams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C.1.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Role/status/scope matrices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Appendix C.1: Process Diagrams</dc:title>
  <dc:subject>PptxGenJS Presentation</dc:subject>
  <dc:creator>oneSCM Quick Guide</dc:creator>
  <cp:lastModifiedBy>oneSCM Quick Guide</cp:lastModifiedBy>
  <cp:revision>1</cp:revision>
  <dcterms:created xsi:type="dcterms:W3CDTF">2026-10-11T16:25:33Z</dcterms:created>
  <dcterms:modified xsi:type="dcterms:W3CDTF">2026-10-11T16:25:33Z</dcterms:modified>
</cp:coreProperties>
</file>