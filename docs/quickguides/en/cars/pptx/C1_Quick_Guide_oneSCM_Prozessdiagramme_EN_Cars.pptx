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C.1: Process Diagrams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C.1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diagrams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sub-processes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quote to contract end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between roles and systems. This guide explains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diagrams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them to your transaction.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 (overall process)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Sub-processes: quote, application, signature, activation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Management, termination, billing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and HQ maintenance processes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Symbols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Rectangle: process step with chapter reference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Diamond: decision or 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Arrow: handover, labeled with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Color: role that performs the step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find the phase of your transaction.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sub-process diagram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phase; each step names the chapter.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the arrows: Which status must be reached, which role takes over?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Diagrams show the standard process.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Country and division deviations (Chapters 20 and 21) are documented only there, not in the diagram.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(diamonds): special approval, MO Check and rejection lead to alternative paths.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(T6-7 to T15-16) to move between chapters.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C.1: Process Diagrams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C.1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 diagrams and classify the transaction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use diagrams as an introduction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and approve diagrams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Basic knowledge of the process map (Chapter 3.4)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and process phase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 symbols (legend) read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Phase found in the process map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Sub-process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Handovers and status understood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Alternative paths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diagrams are shown in the dashboard as a click path.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transitions in detail are in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Diagrams are reviewed with each release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diagram do I need for application creation?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Sub-process application (Chapter 6) with transition T6-7 to signature.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 the colors mean?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role that performs the step: Dealer, MO, Market, HQ or system.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export diagrams?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the handbook export (Chapter 16.5).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diagrams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C.1.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C.1: Process Diagrams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