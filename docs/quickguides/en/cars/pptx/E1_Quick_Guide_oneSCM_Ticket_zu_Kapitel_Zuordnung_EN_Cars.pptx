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E.1: Ticket-to-Chapter Mapping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E.1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ticket-to-chapter mapping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links requirements, errors and clarifications (tickets) to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handbook chapters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they affect. This lets you find the chapter for a ticket and the open tickets for a chapter.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E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Mapping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 → chapter: Which chapters does the ticket change?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→ tickets: Which tickets are open?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Status: open, in progress, implemented, rejected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Benefit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preparation (Chapter 22)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Known errors per market and release (Chapter 23.2)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 of sources (Chapter 16.6)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E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3367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E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mapping table; the row names chapter, status and release.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Conversely: find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check which tickets are open or in progress.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Only implemented tickets are part of the functional baseline (Chapter 22.1).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 open ticket does not change the valid process.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Until implementation and documentation, the current version of the handbook chapter applies.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a new ticket, state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affected chapter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 that the mapping remains complete.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training sessions, check the chapter's open tickets (Chapter 22.3).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E.1: Ticket-to-Chapter Mapping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E.1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mapping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assign tickets to the chapter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look up ticket status for a topic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 number or chapter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the ticket system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 control per Chapter 16.6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Ticket assigned to chapter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Status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Release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Open tickets checked before training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mapping is the basis of the change overview (Chapter 22.4).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Market-related tickets are also listed in Chapter 23.2.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 references belong in the clarification register (Appendix F).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I find all tickets for Chapter 7?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mapping, filtered by chapter; status and release are given per row.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maintains the mapping?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Editorial team and HQ as part of version control (Chapter 16.6).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 I report a new ticket?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support path (Chapter 23.5), stating the chapter.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Ticket-to-chapter mapping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E.1.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information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22.4.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E.1: Ticket-to-Chapter Mapping</dc:title>
  <dc:subject>PptxGenJS Presentation</dc:subject>
  <dc:creator>oneSCM Quick Guide</dc:creator>
  <cp:lastModifiedBy>oneSCM Quick Guide</cp:lastModifiedBy>
  <cp:revision>1</cp:revision>
  <dcterms:created xsi:type="dcterms:W3CDTF">2026-10-11T16:05:19Z</dcterms:created>
  <dcterms:modified xsi:type="dcterms:W3CDTF">2026-10-11T16:05:19Z</dcterms:modified>
</cp:coreProperties>
</file>