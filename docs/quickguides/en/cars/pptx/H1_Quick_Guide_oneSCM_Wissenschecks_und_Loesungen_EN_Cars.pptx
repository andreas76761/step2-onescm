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H.1: Knowledge Checks and Solutions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H.1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test understanding per chapter with questions on process, roles and status;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solutions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explain the correct answer with a chapter reference. This guide shows their use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self-study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H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Structure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Questions per chapter with difficulty level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Question types: multiple choice, matching, case example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Solutions with rationale and chapter reference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Self-study after the chapter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Training: introduction and wrap-up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for handover to operations (Chapter 17.4)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H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799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H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chapter and Quick Guide before starting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Answer the questions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without aids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case examples refer to the practical examples in Appendix I.1.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Compare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solutions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read the rationale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reference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 do not replace an authorization.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Access to oneSCM is granted via ALICE (Chapter 2.3), regardless of the training result.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the chapter sections for questions answered incorrectly.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Trainers document the result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17.4).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H.1: Knowledge Checks and Solutions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H.1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Learners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self-check after the chapter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knowledge checks in training sessions (Chapter 17.4)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and approve questions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and Quick Guide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knowledge checks (handbook or training material)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Time for about ten questions per chapter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Chapter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Knowledge check completed without aids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Solutions and rationales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Weak points followed up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Questions are reviewed with each release (Chapter 22.3).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variants of the questions exist per market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Solutions contain no personal sample data (Chapter 16.1).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many questions does a knowledge check have?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About ten per chapter, depending on the chapter's scope.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Is there a minimum score?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market sets this for its training (Chapter 17.4).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repeat the knowledge 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as often as you like; it serves as a self-check.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 and solutions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H.1.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H.1: Knowledge Checks and Solutions</dc:title>
  <dc:subject>PptxGenJS Presentation</dc:subject>
  <dc:creator>oneSCM Quick Guide</dc:creator>
  <cp:lastModifiedBy>oneSCM Quick Guide</cp:lastModifiedBy>
  <cp:revision>1</cp:revision>
  <dcterms:created xsi:type="dcterms:W3CDTF">2026-10-11T16:05:19Z</dcterms:created>
  <dcterms:modified xsi:type="dcterms:W3CDTF">2026-10-11T16:05:19Z</dcterms:modified>
</cp:coreProperties>
</file>