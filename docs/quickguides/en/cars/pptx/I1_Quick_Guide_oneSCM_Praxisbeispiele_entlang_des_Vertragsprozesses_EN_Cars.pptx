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Appendix I.1: Practical Examples along the Contract Process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Appendix I.1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581912"/>
          </a:xfrm>
          <a:prstGeom prst="roundRect">
            <a:avLst>
              <a:gd name="adj" fmla="val 578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practical examples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walk through end-to-end cases from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quote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to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termination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business customer with collective invoice, private customer with e-signature, KAM-managed key account with special case, tyre contract. This guide shows how to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follow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 examples and use them in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training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I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40487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References to handbook chapters and systems are highlighted; e-mail addresses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84378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Contents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3118104"/>
            <a:ext cx="22402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Examples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Example 1: Business customer, collective invoice, signature by e-mail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Example 2: Private customer, e-signature via QR code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Example 3: KAM-managed key account with special case request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Example 4: Tyre contract (Chapter 13)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3118104"/>
            <a:ext cx="22402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End-to-end phases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Quote and application (Chapters 5 and 6)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Payment and signature (Chapter 7)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Review and activation (Chapters 8 and 9)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Change and termination (Chapter 10)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I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70001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I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Select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example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that matches your role and customer group.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Carry out the steps in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training system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with the specified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 data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(Appendix I.3).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At each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checkpoint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compare your status with the status documented in the example.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05409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05409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05409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Run practical examples only in the training or test system.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the production system, real applications are created and reviewed by Customer Management.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639312"/>
            <a:ext cx="4645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 case of deviations, check the chapter and clarification register; report new deviations (Appendix F).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Use the examples for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knowledge checks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(Appendix H) and calculation examples (Appendix I.2).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Appendix I.1: Practical Examples along the Contract Process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Appendix I.1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examples for quote, application, signature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examples for review and rejection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Trainers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examples as practice cases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 environment or training system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 data from Appendix I.3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Chapters 4 to 10 read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Appropriate example selected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Run with test data in the training system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Status compared at checkpoints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Deviations reported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Example 1 corresponds to the case in the Vans template "Application creation and management", here with car identifiers.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Division differences are marked in the examples (Chapter 21).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Checkpoints correspond to the checklists in Appendix B.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261872"/>
          </a:xfrm>
          <a:prstGeom prst="roundRect">
            <a:avLst>
              <a:gd name="adj" fmla="val 724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Which example suits car dealers?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Example 1 (business customer) and Example 2 (private customer), both with Cars identifiers.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Are there examples of rejections?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Yes, Example 3 contains a special case request with rejection and resubmission.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Where does the test data come from?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From the test data catalog in Appendix I.3.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084832"/>
            <a:ext cx="4663440" cy="1344168"/>
          </a:xfrm>
          <a:prstGeom prst="roundRect">
            <a:avLst>
              <a:gd name="adj" fmla="val 680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1579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432304"/>
            <a:ext cx="44805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Practical examples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Appendix I.1.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 data catalog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Appendix I.3.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Calculation examples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Appendix I.2.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Appendix I.1: Practical Examples along the Contract Process</dc:title>
  <dc:subject>PptxGenJS Presentation</dc:subject>
  <dc:creator>oneSCM Quick Guide</dc:creator>
  <cp:lastModifiedBy>oneSCM Quick Guide</cp:lastModifiedBy>
  <cp:revision>1</cp:revision>
  <dcterms:created xsi:type="dcterms:W3CDTF">2026-10-11T16:25:34Z</dcterms:created>
  <dcterms:modified xsi:type="dcterms:W3CDTF">2026-10-11T16:25:34Z</dcterms:modified>
</cp:coreProperties>
</file>