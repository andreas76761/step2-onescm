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I.2: Calculation Examples and Finance Reference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show how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price, payment interval, term and mileage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affect the payment plan,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refund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and how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discounts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take effect. This guide explains the examples step by step.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I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plan: one-off versus monthly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 and mileage: effect on the price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 and dealer discount in the quote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Early termination: final settlement and refund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reference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Invoicing (Chapter 11.1)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components and Cost Unit Split (Chapter 14.14)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Posting in NEMESIS, payment via MPay (Chapter 19)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I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40740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I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example's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input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product, term, mileage, payment interval.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total price, number and amount of installments, due dates.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Apply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 or discount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the effect on the payment plan.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calculation examples use sample prices.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the market's price version and the price information from oneSCM are binding.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Recalculate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early termination: used share, refund, correction (Chapter 11.6).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Compare your result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 from the system (Chapter 5.6).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I.2: Calculation Examples and Finance Reference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explain payment plan and price information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department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final settlement and corrections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price components and factors (Chapters 14.9, 14.14)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and configuration of the sample contract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Market's price version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11 read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Input data understood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Payment plan recalculated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Discount effect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Final settlement followed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payment interval can later only be changed to "one-off" (Chapter 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Refunds are handled by the Finance department (Chapter 11.6).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Factor limits and clusters are described in Chapter 14.9.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does my result differ from the price information?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Check price version, campaign conditions and rounding rules; in case of doubt, the system applies.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is the refund calculated?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Pro rata by term and mileage per Chapter 11.6; the example shows the steps.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the example apply to Cars and Vans?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calculation logic does; prices differ per division (Chapter 21.3).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 and finance reference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Invoice, payment, costs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I.2: Calculation Examples and Finance Reference</dc:title>
  <dc:subject>PptxGenJS Presentation</dc:subject>
  <dc:creator>oneSCM Quick Guide</dc:creator>
  <cp:lastModifiedBy>oneSCM Quick Guide</cp:lastModifiedBy>
  <cp:revision>1</cp:revision>
  <dcterms:created xsi:type="dcterms:W3CDTF">2026-10-11T16:25:34Z</dcterms:created>
  <dcterms:modified xsi:type="dcterms:W3CDTF">2026-10-11T16:25:34Z</dcterms:modified>
</cp:coreProperties>
</file>