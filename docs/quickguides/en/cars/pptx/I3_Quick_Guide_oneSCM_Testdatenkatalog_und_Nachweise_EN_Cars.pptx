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Appendix I.3: Test Data Catalog and Evidence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Appendix I.3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data catalog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provides safe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sample customers, vehicles, products and payment data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for training, tests and screenshots and documents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evidence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per test case. This guide shows how to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select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test data and file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evidence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I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References to handbook chapters and systems are highlighted; e-mail addresses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Contents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Catalog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customers: private, business, KAM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vehicles per division with VIN, model series, OTR deal ID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products, campaigns, bank details (test accounts)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Evidence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case, date, release, environment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Result and deviation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 to ticket and chapter (Appendix E)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I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4281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I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Select the customer, vehicle and product from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catalog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to match the test case or practical example.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Run the test case in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or training system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; use only test accounts for bank details.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Document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evidence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test case, date, release, environment, result.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05409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05409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05409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Real customer, vehicle or bank data are not test data.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Test data come exclusively from the catalog; production data are not permitted in tests and images (Chapter 16.1).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776472"/>
            <a:ext cx="46451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Also use test data for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screenshots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(Appendix G)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Testing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14.12).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Report unusable or missing test data to the editorial team (Appendix F).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Appendix I.3: Test Data Catalog and Evidence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Appendix I.3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Trainer/tester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use test data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Product Testing (Chapter 14.12)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Editorial team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maintain catalog and evidence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Training or test system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case or practical example (Appendix I.1)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Data protection rules (Chapter 16.1)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Test data selected from the catalog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Test case run in the test system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Evidence fully documented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Missing test data reported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vehicles are available per division with matching identifiers (Chapter 21.2).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Evidence is a prerequisite for the productive functional baseline (Chapter 16.4).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catalog is updated with each release (Chapter 22).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May I create a real vehicle in the training system?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No, only test vehicles from the catalog.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Where do I file the evidence?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the evidence register of the catalog with reference to test case and release.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Are there test data for tyre contracts?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Yes, test products with tyre type and tyre size (Chapter 13).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data catalog and evidence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I.3.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Testing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Chapter 14.12.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Appendix I.3: Test Data Catalog and Evidence</dc:title>
  <dc:subject>PptxGenJS Presentation</dc:subject>
  <dc:creator>oneSCM Quick Guide</dc:creator>
  <cp:lastModifiedBy>oneSCM Quick Guide</cp:lastModifiedBy>
  <cp:revision>1</cp:revision>
  <dcterms:created xsi:type="dcterms:W3CDTF">2026-10-11T16:25:34Z</dcterms:created>
  <dcterms:modified xsi:type="dcterms:W3CDTF">2026-10-11T16:25:34Z</dcterms:modified>
</cp:coreProperties>
</file>