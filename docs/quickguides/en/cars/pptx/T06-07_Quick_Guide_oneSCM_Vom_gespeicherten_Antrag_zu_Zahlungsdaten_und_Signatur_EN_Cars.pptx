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From Saved Application to Payment Data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T6-7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(application saved, reference number available)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(payment data, documents, signature). You check what must be in place at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avoid the typical breaks between application and signature.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6-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Starting point (Chapter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saved, status "entered"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Customer, vehicle, product assigned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 identified or not required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method, interval, payer and invoice recipient entered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 mandate and documents generated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obtained, status checked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6-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6-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saved application via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8.1)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Make sure the application is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complete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 application with open validation cannot proceed to signature.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Switch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data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activate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collective invoice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if required (Chapters 6 and 7.2).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"Create application", product, term and mileage can no longer be changed.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Errors from Chapter 6 cannot be corrected in the transition; they require a new contract.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method, interval and bank 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7.1 to 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preview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click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mark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sign (Chapter 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7.5 to 7.8).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From Saved Application to Payment Data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T6-7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carry out the transition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provide payment data and sign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reads signature status during review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saved, reference number noted (Chapter 6.7)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 red validation messages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e-mail and mobile number in customer master data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Validation without red messages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data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Signature route selected and status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 can later only be changed to "one-time".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special approvals, activation waits for the MO Check; the signature can still be obtained.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Missing customer contact data block e-mail and SMS signature.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pause between saving and signature?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the application remains accessible under its reference number in Application Management.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if the customer wants to change the payment method?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Change it before signature in Chapter 7.1; after signature, a new signature is required (Chapter 7.7).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payer have to sign?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payer signs the SEPA mandate; the contract holder signs the contract (Chapter 7.2).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Create service contract and complete application.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data, documents and signature.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T6-7: From Saved Application to Payment Data and Signature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