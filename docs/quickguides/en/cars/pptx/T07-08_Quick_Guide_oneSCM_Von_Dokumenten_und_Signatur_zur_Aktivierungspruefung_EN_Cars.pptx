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T7-8: From Documents and Signature to Activation Check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T7-8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module links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(signature and documents available)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(track and activate application). You make sure that all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activation prerequisites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are met before Customer Management reviews.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T07-0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Transition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Starting point (Chapter 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obtained digitally or manually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Documents filed in the system or uploaded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data complete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Target (Chapter 8)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First registration and license plate added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ZB II uploaded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fully submitted, activation done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T07-0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T07-0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and document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(Chapters 7.8 and 8.1).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Open the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Update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action via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…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and add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first registration date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license plate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8.3).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 the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Communication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tab, upload the copy of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ZB I/ZB II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and, for the print variant, the signed document.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Without first registration, license plate and ZB II, no activation takes place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even if the application is signed. The upload is not a mandatory field in the system.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46227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Make sure that no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open special approval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is blocking activation (Chapters 6.5 and 9).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until activation and respond to queries from Customer Management (Chapters 8.6 and 8.7).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T7-8: From Documents and Signature to Activation Check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T7-8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complete data and documents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Management/MO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review and activation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automatic activation when complete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status "signed" (Chapter 7.8)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document and SEPA mandate filed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First registration, license plate and ZB II available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Signature and document status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First registration and license plate added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ZB II uploaded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No open special approval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With e-signature and e-mail signature, the contract documents are filed automatically; with print, they must be uploaded.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Incorrect applications are rejected; the customer is informed.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limit of 12 months or 50,000 km after first registration applies (Chapter 23.1).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customer has signed, but the application is not active. Why?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Usually first registration, license plate or ZB II is missing; see Chapter 8.3.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submit the ZB II later?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at any time via Application Management › Reference number › Communication.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activates the contract?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system if data are complete, otherwise Customer Management after review (Chapter 8.5).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Payment data, documents and signature.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Track and activate application.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T7-8: From Documents and Signature to Activation Check</dc:title>
  <dc:subject>PptxGenJS Presentation</dc:subject>
  <dc:creator>oneSCM Quick Guide</dc:creator>
  <cp:lastModifiedBy>oneSCM Quick Guide</cp:lastModifiedBy>
  <cp:revision>1</cp:revision>
  <dcterms:created xsi:type="dcterms:W3CDTF">2026-10-11T16:25:34Z</dcterms:created>
  <dcterms:modified xsi:type="dcterms:W3CDTF">2026-10-11T16:25:34Z</dcterms:modified>
</cp:coreProperties>
</file>