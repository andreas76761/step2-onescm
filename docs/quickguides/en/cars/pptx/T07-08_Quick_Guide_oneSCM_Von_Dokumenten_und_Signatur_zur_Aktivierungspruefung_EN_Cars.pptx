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9906000" cy="6858000"/>
  <p:notesSz cx="6858000" cy="9906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T7-8: From Documents and Signature to Activation Check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for Cars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Note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This Quick Guide summarizes transition module T7-8 of the oneSCM handbook. Details, screenshots and evidence can be found in the handbook.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AS OF: 2026-10-11 | 1/2</a:t>
            </a:r>
            <a:endParaRPr lang="en-US" sz="700" dirty="0"/>
          </a:p>
        </p:txBody>
      </p:sp>
      <p:sp>
        <p:nvSpPr>
          <p:cNvPr id="8" name="Purpose and benefit"/>
          <p:cNvSpPr/>
          <p:nvPr/>
        </p:nvSpPr>
        <p:spPr>
          <a:xfrm>
            <a:off x="201168" y="713232"/>
            <a:ext cx="4663440" cy="1426464"/>
          </a:xfrm>
          <a:prstGeom prst="roundRect">
            <a:avLst>
              <a:gd name="adj" fmla="val 6410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2633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Purpose and benefit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263347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This module links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Chapter 7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(signature and documents available) with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Chapter 8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(track and activate application). You make sure that all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activation prerequisites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are met before Customer Management reviews.</a:t>
            </a:r>
            <a:endParaRPr lang="en-US" sz="900" dirty="0"/>
          </a:p>
        </p:txBody>
      </p:sp>
      <p:pic>
        <p:nvPicPr>
          <p:cNvPr id="11" name="Kapitelbild" descr="/tmp/claude-0/-home-user-step2-oneSCM/768b354c-b2c6-524c-b102-2abaf010b0fe/scratchpad/qg/src/img_en/badge_T07-08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35808" y="804672"/>
            <a:ext cx="1737360" cy="1051560"/>
          </a:xfrm>
          <a:prstGeom prst="rect">
            <a:avLst/>
          </a:prstGeom>
        </p:spPr>
      </p:pic>
      <p:sp>
        <p:nvSpPr>
          <p:cNvPr id="12" name="Hinweis"/>
          <p:cNvSpPr txBox="1"/>
          <p:nvPr/>
        </p:nvSpPr>
        <p:spPr>
          <a:xfrm>
            <a:off x="201168" y="2249424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This document is interactive – references to handbook chapters and systems are provided as links.</a:t>
            </a:r>
            <a:endParaRPr lang="en-US" sz="900" dirty="0"/>
          </a:p>
        </p:txBody>
      </p:sp>
      <p:sp>
        <p:nvSpPr>
          <p:cNvPr id="13" name="Überblick Titel"/>
          <p:cNvSpPr txBox="1"/>
          <p:nvPr/>
        </p:nvSpPr>
        <p:spPr>
          <a:xfrm>
            <a:off x="201168" y="2688336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Transition at a glance</a:t>
            </a:r>
            <a:endParaRPr lang="en-US" sz="1100" dirty="0"/>
          </a:p>
        </p:txBody>
      </p:sp>
      <p:sp>
        <p:nvSpPr>
          <p:cNvPr id="14" name="Überblick Spalte"/>
          <p:cNvSpPr txBox="1"/>
          <p:nvPr/>
        </p:nvSpPr>
        <p:spPr>
          <a:xfrm>
            <a:off x="201168" y="2962656"/>
            <a:ext cx="2240280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Starting point (Chapter 7)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Signature obtained digitally or manually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Documents filed in the system or uploaded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Payment data complete</a:t>
            </a:r>
            <a:endParaRPr lang="en-US" sz="900" dirty="0"/>
          </a:p>
        </p:txBody>
      </p:sp>
      <p:sp>
        <p:nvSpPr>
          <p:cNvPr id="15" name="Überblick Spalte"/>
          <p:cNvSpPr txBox="1"/>
          <p:nvPr/>
        </p:nvSpPr>
        <p:spPr>
          <a:xfrm>
            <a:off x="2624328" y="2962656"/>
            <a:ext cx="2240280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Target (Chapter 8)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First registration and license plate added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ZB II uploaded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Application fully submitted, activation done</a:t>
            </a:r>
            <a:endParaRPr lang="en-US" sz="900" dirty="0"/>
          </a:p>
        </p:txBody>
      </p:sp>
      <p:pic>
        <p:nvPicPr>
          <p:cNvPr id="16" name="Prozessbild" descr="/tmp/claude-0/-home-user-step2-oneSCM/768b354c-b2c6-524c-b102-2abaf010b0fe/scratchpad/qg/src/img_en/landscape_T07-08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1168" y="4105656"/>
            <a:ext cx="4663440" cy="1207008"/>
          </a:xfrm>
          <a:prstGeom prst="rect">
            <a:avLst/>
          </a:prstGeom>
        </p:spPr>
      </p:pic>
      <p:pic>
        <p:nvPicPr>
          <p:cNvPr id="17" name="Prozessbild" descr="/tmp/claude-0/-home-user-step2-oneSCM/768b354c-b2c6-524c-b102-2abaf010b0fe/scratchpad/qg/src/img_en/flow_T07-08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47488" y="713232"/>
            <a:ext cx="4663440" cy="1508760"/>
          </a:xfrm>
          <a:prstGeom prst="rect">
            <a:avLst/>
          </a:prstGeom>
        </p:spPr>
      </p:pic>
      <p:sp>
        <p:nvSpPr>
          <p:cNvPr id="18" name="Abschnittstitel"/>
          <p:cNvSpPr txBox="1"/>
          <p:nvPr/>
        </p:nvSpPr>
        <p:spPr>
          <a:xfrm>
            <a:off x="5047488" y="2331720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How to proceed</a:t>
            </a:r>
            <a:endParaRPr lang="en-US" sz="1100" dirty="0"/>
          </a:p>
        </p:txBody>
      </p:sp>
      <p:sp>
        <p:nvSpPr>
          <p:cNvPr id="19" name="Schritte"/>
          <p:cNvSpPr txBox="1"/>
          <p:nvPr/>
        </p:nvSpPr>
        <p:spPr>
          <a:xfrm>
            <a:off x="5065776" y="2606040"/>
            <a:ext cx="464515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Check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signature and document status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in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Application Management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(Chapters 7.8 and 8.1).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2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Open the "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Update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" action via "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…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" and add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first registration date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and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license plate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(Chapter 8.3).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3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In the "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Communication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" tab, upload the copy of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ZB I/ZB II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and, for the print variant, the signed document.</a:t>
            </a:r>
            <a:endParaRPr lang="en-US" sz="900" dirty="0"/>
          </a:p>
        </p:txBody>
      </p:sp>
      <p:sp>
        <p:nvSpPr>
          <p:cNvPr id="20" name="Warnhinweis"/>
          <p:cNvSpPr/>
          <p:nvPr/>
        </p:nvSpPr>
        <p:spPr>
          <a:xfrm>
            <a:off x="5047488" y="3739896"/>
            <a:ext cx="4663440" cy="612648"/>
          </a:xfrm>
          <a:prstGeom prst="roundRect">
            <a:avLst>
              <a:gd name="adj" fmla="val 11940"/>
            </a:avLst>
          </a:prstGeom>
          <a:solidFill>
            <a:srgbClr val="FFE0E1"/>
          </a:solidFill>
          <a:ln w="12700">
            <a:solidFill>
              <a:srgbClr val="EF5F64"/>
            </a:solidFill>
            <a:prstDash val="solid"/>
          </a:ln>
        </p:spPr>
      </p:sp>
      <p:sp>
        <p:nvSpPr>
          <p:cNvPr id="21" name="Warnzeichen"/>
          <p:cNvSpPr txBox="1"/>
          <p:nvPr/>
        </p:nvSpPr>
        <p:spPr>
          <a:xfrm>
            <a:off x="5120640" y="3739896"/>
            <a:ext cx="2743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F5F64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!</a:t>
            </a:r>
            <a:endParaRPr lang="en-US" sz="1600" dirty="0"/>
          </a:p>
        </p:txBody>
      </p:sp>
      <p:sp>
        <p:nvSpPr>
          <p:cNvPr id="22" name="Warntext"/>
          <p:cNvSpPr txBox="1"/>
          <p:nvPr/>
        </p:nvSpPr>
        <p:spPr>
          <a:xfrm>
            <a:off x="5458968" y="3739896"/>
            <a:ext cx="41605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Without first registration, license plate and ZB II, no activation takes place</a:t>
            </a:r>
            <a:r>
              <a:rPr lang="en-US" sz="900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even if the application is signed. The upload is not a mandatory field in the system.</a:t>
            </a:r>
            <a:endParaRPr lang="en-US" sz="900" dirty="0"/>
          </a:p>
        </p:txBody>
      </p:sp>
      <p:sp>
        <p:nvSpPr>
          <p:cNvPr id="23" name="Schritte"/>
          <p:cNvSpPr txBox="1"/>
          <p:nvPr/>
        </p:nvSpPr>
        <p:spPr>
          <a:xfrm>
            <a:off x="5065776" y="4462272"/>
            <a:ext cx="464515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4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Make sure that no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open special approval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is blocking activation (Chapters 6.5 and 9).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5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Track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application status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until activation and respond to queries from Customer Management (Chapters 8.6 and 8.7).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T7-8: From Documents and Signature to Activation Check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for Cars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Note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This Quick Guide summarizes transition module T7-8 of the oneSCM handbook. Details, screenshots and evidence can be found in the handbook.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AS OF: 2026-10-11 | 2/2</a:t>
            </a:r>
            <a:endParaRPr lang="en-US" sz="700" dirty="0"/>
          </a:p>
        </p:txBody>
      </p:sp>
      <p:sp>
        <p:nvSpPr>
          <p:cNvPr id="8" name="Roles and prerequisites"/>
          <p:cNvSpPr/>
          <p:nvPr/>
        </p:nvSpPr>
        <p:spPr>
          <a:xfrm>
            <a:off x="201168" y="713232"/>
            <a:ext cx="4663440" cy="2112264"/>
          </a:xfrm>
          <a:prstGeom prst="roundRect">
            <a:avLst>
              <a:gd name="adj" fmla="val 4329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Roles and prerequisites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4480560" cy="1709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Roles involved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Dealer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complete data and documents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Customer Management/MO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review and activation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System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automatic activation when complete</a:t>
            </a:r>
            <a:endParaRPr lang="en-US" sz="9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Prerequisites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Signature status "signed" (Chapter 7.8)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Contract document and SEPA mandate filed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First registration, license plate and ZB II available</a:t>
            </a:r>
            <a:endParaRPr lang="en-US" sz="900" dirty="0"/>
          </a:p>
        </p:txBody>
      </p:sp>
      <p:sp>
        <p:nvSpPr>
          <p:cNvPr id="11" name="Checklist before completion"/>
          <p:cNvSpPr/>
          <p:nvPr/>
        </p:nvSpPr>
        <p:spPr>
          <a:xfrm>
            <a:off x="201168" y="2935224"/>
            <a:ext cx="4663440" cy="1197864"/>
          </a:xfrm>
          <a:prstGeom prst="roundRect">
            <a:avLst>
              <a:gd name="adj" fmla="val 7634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2" name="Kartentitel"/>
          <p:cNvSpPr txBox="1"/>
          <p:nvPr/>
        </p:nvSpPr>
        <p:spPr>
          <a:xfrm>
            <a:off x="310896" y="3008376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Checklist before completion</a:t>
            </a:r>
            <a:endParaRPr lang="en-US" sz="1100" dirty="0"/>
          </a:p>
        </p:txBody>
      </p:sp>
      <p:sp>
        <p:nvSpPr>
          <p:cNvPr id="13" name="Karteninhalt"/>
          <p:cNvSpPr txBox="1"/>
          <p:nvPr/>
        </p:nvSpPr>
        <p:spPr>
          <a:xfrm>
            <a:off x="310896" y="3282696"/>
            <a:ext cx="448056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Signature and document status checked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First registration and license plate added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ZB II uploaded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No open special approval</a:t>
            </a:r>
            <a:endParaRPr lang="en-US" sz="900" dirty="0"/>
          </a:p>
        </p:txBody>
      </p:sp>
      <p:sp>
        <p:nvSpPr>
          <p:cNvPr id="14" name="Notes and pitfalls"/>
          <p:cNvSpPr/>
          <p:nvPr/>
        </p:nvSpPr>
        <p:spPr>
          <a:xfrm>
            <a:off x="201168" y="4242816"/>
            <a:ext cx="4663440" cy="1170432"/>
          </a:xfrm>
          <a:prstGeom prst="roundRect">
            <a:avLst>
              <a:gd name="adj" fmla="val 7813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5" name="Kartentitel"/>
          <p:cNvSpPr txBox="1"/>
          <p:nvPr/>
        </p:nvSpPr>
        <p:spPr>
          <a:xfrm>
            <a:off x="310896" y="4315968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Notes and pitfalls</a:t>
            </a:r>
            <a:endParaRPr lang="en-US" sz="1100" dirty="0"/>
          </a:p>
        </p:txBody>
      </p:sp>
      <p:sp>
        <p:nvSpPr>
          <p:cNvPr id="16" name="Karteninhalt"/>
          <p:cNvSpPr txBox="1"/>
          <p:nvPr/>
        </p:nvSpPr>
        <p:spPr>
          <a:xfrm>
            <a:off x="310896" y="4590288"/>
            <a:ext cx="448056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With e-signature and e-mail signature, the contract documents are filed automatically; with print, they must be uploaded.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Incorrect applications are rejected; the customer is informed.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The limit of 12 months or 50,000 km after first registration applies (Chapter 23.1).</a:t>
            </a:r>
            <a:endParaRPr lang="en-US" sz="900" dirty="0"/>
          </a:p>
        </p:txBody>
      </p:sp>
      <p:sp>
        <p:nvSpPr>
          <p:cNvPr id="17" name="FAQ"/>
          <p:cNvSpPr/>
          <p:nvPr/>
        </p:nvSpPr>
        <p:spPr>
          <a:xfrm>
            <a:off x="5047488" y="713232"/>
            <a:ext cx="4663440" cy="1399032"/>
          </a:xfrm>
          <a:prstGeom prst="roundRect">
            <a:avLst>
              <a:gd name="adj" fmla="val 6536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8" name="FAQ Inhalt"/>
          <p:cNvSpPr txBox="1"/>
          <p:nvPr/>
        </p:nvSpPr>
        <p:spPr>
          <a:xfrm>
            <a:off x="5157216" y="786384"/>
            <a:ext cx="4443984" cy="1271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Frequently asked questions and answers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The customer has signed, but the application is not active. Why?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Usually first registration, license plate or ZB II is missing; see Chapter 8.3.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Can I submit the ZB II later?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Yes, at any time via Application Management › Reference number › Communication.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Who activates the contract?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The system if data are complete, otherwise Customer Management after review (Chapter 8.5).</a:t>
            </a:r>
            <a:endParaRPr lang="en-US" sz="900" dirty="0"/>
          </a:p>
        </p:txBody>
      </p:sp>
      <p:sp>
        <p:nvSpPr>
          <p:cNvPr id="19" name="Important links and contacts"/>
          <p:cNvSpPr/>
          <p:nvPr/>
        </p:nvSpPr>
        <p:spPr>
          <a:xfrm>
            <a:off x="5047488" y="2221992"/>
            <a:ext cx="4663440" cy="1490472"/>
          </a:xfrm>
          <a:prstGeom prst="roundRect">
            <a:avLst>
              <a:gd name="adj" fmla="val 6135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20" name="Kartentitel"/>
          <p:cNvSpPr txBox="1"/>
          <p:nvPr/>
        </p:nvSpPr>
        <p:spPr>
          <a:xfrm>
            <a:off x="5157216" y="229514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Important links and contacts</a:t>
            </a:r>
            <a:endParaRPr lang="en-US" sz="1100" dirty="0"/>
          </a:p>
        </p:txBody>
      </p:sp>
      <p:sp>
        <p:nvSpPr>
          <p:cNvPr id="21" name="Karteninhalt"/>
          <p:cNvSpPr txBox="1"/>
          <p:nvPr/>
        </p:nvSpPr>
        <p:spPr>
          <a:xfrm>
            <a:off x="5157216" y="2569464"/>
            <a:ext cx="4480560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Chapter 7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Payment data, documents and signature.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Chapter 8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Track and activate application.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oneSCM Handbook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Complete chapters with screenshots, role, status and scope matrices (Appendix D).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Support and escalation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Report a support case with reference number, market, division and screenshot (Chapters 23.4 and 23.5).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oneSCM – T7-8: From Documents and Signature to Activation Check</dc:title>
  <dc:subject>PptxGenJS Presentation</dc:subject>
  <dc:creator>oneSCM Quick Guide</dc:creator>
  <cp:lastModifiedBy>oneSCM Quick Guide</cp:lastModifiedBy>
  <cp:revision>1</cp:revision>
  <dcterms:created xsi:type="dcterms:W3CDTF">2026-10-11T16:05:19Z</dcterms:created>
  <dcterms:modified xsi:type="dcterms:W3CDTF">2026-10-11T16:05:19Z</dcterms:modified>
</cp:coreProperties>
</file>