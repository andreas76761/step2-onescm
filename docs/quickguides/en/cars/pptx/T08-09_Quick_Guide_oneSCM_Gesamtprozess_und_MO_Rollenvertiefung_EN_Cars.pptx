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Overall Process and MO Role Deep Dive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T8-9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application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functional review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understand what the MO reviews, how feedback reaches the dealer and how both roles complete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overall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together.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8-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view (Chapter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application and read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 missing data and documents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 and resubmission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view (Chapter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 work list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criteria, check status, reasons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Approve, reject, hand over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8-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6849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8-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Place the application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overall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submitted → under review → approved/rejected → active (Appendix 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MO, open the application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list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it against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criteria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9.2 and 9.4).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dealer,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communication (Chapters 8.2 and 9.3).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and MO communicate via the application, not via private channels.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Reasons and queries belong in the application's communication so they remain traceable.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dealer corrects and resubmits; the MO reviews again (Chapters 8.7 and 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activation takes place; both roles check the result (Chapters 8.6 and 9.6).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Overall Process and MO Role Deep Dive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T8-9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submit complete application, answer queries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review, approval,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activation and customer information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fully submitted (Chapter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role and check criteria known (Chapter 9.1)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 channel between dealer and MO clarified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status in overall process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Check criteria clear to both roles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Feedback documented via the application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Result checked by both roles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Rejections always require a comment (Chapter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 from Chapter 12 go through the same MO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 profiles give the MO the overview (Chapter 9.8).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does the dealer learn the review result?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status and communication in Application Management (Chapter 8.2).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MO correct data directly?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MO reviews; corrections to the application are made by the dealer (Chapter 9.5).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MO Check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Depends on completeness and work list; complete applications are processed first.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Track and activate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and functional reviews.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T8-9: Overall Process and MO Role Deep Dive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