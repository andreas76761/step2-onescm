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T9-10: From Review Result to Ongoing Contract Administration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transition module T9-10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module links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review result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9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approved and activated) with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ongoing contract administration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10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). You know which data are locked upon activation, what remains changeable in day-to-day work and when changes are re-reviewed.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T09-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Transition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Starting point (Chapter 9)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Review completed, contract active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status and reasons in the history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Handover to support if disputed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Target (Chapter 10)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Search contract and check details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 permitted changes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Have changes re-reviewed (Chapter 9.7)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T09-1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611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T09-1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After activation, check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details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 plan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(Chapters 10.1 and 11.1).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locked data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product, term, mileage, payment interval (can only be changed to "one-time").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 day-to-day work, use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permitted actions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customer and payment data, change of payer, suspension, follow-up quote (Chapters 10.2 to 10.5).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Activation starts the payment plan and the service entitlement.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Changes to product or term are only possible via a new contract; terminations have financial consequences (Chapters 10.6 and 11.6).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913632"/>
            <a:ext cx="4645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Changes requiring review go back into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Check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9.7).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Document every change traceably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history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10.8).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T9-10: From Review Result to Ongoing Contract Administration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transition module T9-10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complete review, review changes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administer contract day to day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Finance department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payment plan and consequences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status "active" (Chapter 8.6)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Review result documented (Chapter 9.3)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Responsibilities for changes known (Chapter 10)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Contract details and payment plan checked after activation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Locked data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Permitted changes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Change requiring review passed to MO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review history from Chapter 9 remains visible on the contract.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Transition module T6-7 describes the start, this module the end of the application process.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 on active contracts in Chapter 11.7.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the MO revoke an active contract?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No, after activation the rules in Chapter 10.6 for cancellation and termination apply.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Which changes trigger an MO Check?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Change of payer, contract transfer and special conditions (Chapters 9.7 and 10.3).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can I see the review result later?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change history of the contract (Chapter 10.8).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9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MO Checks and functional reviews.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10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Administer contracts day to day.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T9-10: From Review Result to Ongoing Contract Administration</dc:title>
  <dc:subject>PptxGenJS Presentation</dc:subject>
  <dc:creator>oneSCM Quick Guide</dc:creator>
  <cp:lastModifiedBy>oneSCM Quick Guide</cp:lastModifiedBy>
  <cp:revision>1</cp:revision>
  <dcterms:created xsi:type="dcterms:W3CDTF">2026-10-11T16:25:34Z</dcterms:created>
  <dcterms:modified xsi:type="dcterms:W3CDTF">2026-10-11T16:25:34Z</dcterms:modified>
</cp:coreProperties>
</file>