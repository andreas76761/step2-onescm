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T15-14: Handing Over Central Foundations to Market Maintenance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T15-14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module describes the path from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to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): how Blueprint changes, new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coverage 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are provided centrally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adopted, configured locally and published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by the market.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T15-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Transition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provides (Chapter 15)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version and change overview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definitions, coverage codes, technical options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Requirements for price components and factor limits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adopts (Chapter 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Market-specific settings and templates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versions, clusters, vehicle groups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Testing, approval, publication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T15-1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37997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T15-1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the HQ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what changes in the Blueprint, and from when does it apply (Chapter 22.4)?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Adopt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definitions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coverage 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into market maintenance (Chapters 14.8, 15.7).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Configure locally: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versions, clusters, vehicle groups, campaigns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(Chapters 14.9 to 14.13).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Central changes apply from the date named by HQ.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 market that delays adoption offers products outside the valid Blueprint.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document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functional acceptance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(Chapters 14.12, 17.3).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Publish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inform MO and dealers; update training materials (Chapters 14.7, 22.3).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T15-14: Handing Over Central Foundations to Market Maintenance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T15-14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provide and communicate central foundations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adopt, configure locally, test, publish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information about changes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Approved Blueprint change or new product (Chapter 15.2)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release information (Chapter 22.4)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role with maintenance rights (Chapter 14)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Release information read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Central foundations adopted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Configured locally and tested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Published and communicated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Counterpart to T14-15 (market requests deviation from HQ).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 the effect of product changes on existing contracts (Chapter 14.10).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reference: Vans model series clustering (Chapter 14.11).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Does the market have to adopt every Blueprint change?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unless an approved country deviation says otherwise (Chapter 15.3).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maintains the prices for a new product?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market in its price versions (Chapter 14.9) based on the HQ requirements.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are dealers informed?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RetailPortal and the release information (Chapter 22.4).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HQ role, Blueprint and central master data.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Market role, product and price maintenance.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System news and training 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T15-14: Handing Over Central Foundations to Market Maintenance</dc:title>
  <dc:subject>PptxGenJS Presentation</dc:subject>
  <dc:creator>oneSCM Quick Guide</dc:creator>
  <cp:lastModifiedBy>oneSCM Quick Guide</cp:lastModifiedBy>
  <cp:revision>1</cp:revision>
  <dcterms:created xsi:type="dcterms:W3CDTF">2026-10-11T16:25:34Z</dcterms:created>
  <dcterms:modified xsi:type="dcterms:W3CDTF">2026-10-11T16:25:34Z</dcterms:modified>
</cp:coreProperties>
</file>