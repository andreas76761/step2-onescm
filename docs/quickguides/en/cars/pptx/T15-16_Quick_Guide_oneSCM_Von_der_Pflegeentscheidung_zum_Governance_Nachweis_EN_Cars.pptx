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From Maintenance Decision to Governance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maintenance decision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every decision receives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source, test evidence, approval and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 that it can be audited and archived.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15-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 (Chapter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change or country deviation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codes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 at HQ level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(Chapter 16)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review and approval 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 and functional baseline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tickets, versions, clarification register, archiving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15-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15-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justification, source and ticket reference (Chapter 16.6).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through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functional review (Chapter 16.3).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decision without evidence is not approved.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with source, test evidence and documented approval does it become part of the productive functional baseline.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Close open entries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update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approved version; working documents remain in document management (Chapter 16.5).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From Maintenance Decision to Governance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make and evidence the decision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sources, versions, registers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use and supplement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Maintenance decision available (Chapter 15.4)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 known (Chapter 16.3)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clarification register and version control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Decision documented with source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workflow completed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evidence and functional baseline set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Register closed, version archived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is the basis for rollout and training (Chapter 17).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also applies to evidence and test data (Chapter 16.1, Appendix I.3).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change overview (Chapter 22.4) is fed by this evidence.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evidence does a coverage code change need?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Source, test evidence per affected division and HQ approval (Chapters 15.7, 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archives?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editorial team after approval (Chapter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find the decision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version control and the clarification register (Chapter 16.6, Appendix F).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 role, Blueprint and central master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Governance, quality, data protection and archiving.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T15-16: From Maintenance Decision to Governance Evidence</dc:title>
  <dc:subject>PptxGenJS Presentation</dc:subject>
  <dc:creator>oneSCM Quick Guide</dc:creator>
  <cp:lastModifiedBy>oneSCM Quick Guide</cp:lastModifiedBy>
  <cp:revision>1</cp:revision>
  <dcterms:created xsi:type="dcterms:W3CDTF">2026-10-11T16:25:34Z</dcterms:created>
  <dcterms:modified xsi:type="dcterms:W3CDTF">2026-10-11T16:25:34Z</dcterms:modified>
</cp:coreProperties>
</file>