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Welcome and Document Context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preface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explains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oneSCM handbook is written for,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applies,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role, market and division are created and how to give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feedback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This guide is the entry point before all chapters.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groups: Dealer, MO, Market, HQ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Validity: version, release, date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Variants per role, market and division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Working with the handbook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structure (purpose, prerequisites, steps, result, notes)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 per chapter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Feedback and clarification register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V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V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and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handbook; they appear in the footer of every page.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your role, your market and your division.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Get to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structure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purpose, prerequisites, roles, steps, result, special cases, notes, troubleshooting, sources.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Only the current version of the handbook is valid.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Older exports may contain outdated processes; check date and release (Chapter 22.4).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a summary and the handbook for details.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feedback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or the feedback function of the online help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Welcome and Document Context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know the document context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version and variants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approve local variants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version and date (see footer)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Your own role, market and division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handbook or the online help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Version and date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Appropriate variant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Chapter structure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Feedback channel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reading path per role is in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Terms are explained in the glossary (Appendix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rules for examples in Chapter 16.1.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is the handbook for?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all roles in oneSCM: Dealer, MO, Market and HQ, with variants per market and division.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recognize the valid version?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the date in the footer and the release information (Chapter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give feedback?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(Appendix F) or the feedback function of the online help.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Table of contents and reading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V.1: Welcome and Document Context</dc:title>
  <dc:subject>PptxGenJS Presentation</dc:subject>
  <dc:creator>oneSCM Quick Guide</dc:creator>
  <cp:lastModifiedBy>oneSCM Quick Guide</cp:lastModifiedBy>
  <cp:revision>1</cp:revision>
  <dcterms:created xsi:type="dcterms:W3CDTF">2026-10-11T16:05:20Z</dcterms:created>
  <dcterms:modified xsi:type="dcterms:W3CDTF">2026-10-11T16:05:20Z</dcterms:modified>
</cp:coreProperties>
</file>