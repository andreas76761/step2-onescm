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Introduction and Overview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is the central system for service contract and maintenance products. This guide shows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oneSCM is used for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which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work together and how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global standard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interacts with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local variants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per market (Chapter 1.1 to 1.6).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0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1.1 – 1.3 Goals and roles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Goals and benefits of oneSCM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Project background and context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 and tasks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1.4 – 1.6 Ecosystem and standard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 the oneSCM ecosystem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Business domains and collaboration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Global standard and local variants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0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105656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0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Goals and benefits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(1.1): oneSCM combines price information, quote, application, contract and management in one system.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Position the project (1.2): oneSCM replaces legacy systems and maps the contract process for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Cars and Vans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uniformly.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Identify your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(1.3 and 1.4) and the related chapters: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Dealer: Chapters 4 to 8 and 10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MO: Chapters 9 and 10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Market: Chapter 14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HQ: Chapter 15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73989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73989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73989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Country-specific deviations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from the Blueprint are only valid if they are documented and approved in the country deviation register (Chapter 20.6).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32511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Understand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business domains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(1.5): customer, vehicle, product, contract, payment and document are interlinked.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standard and deviation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(1.6): The Blueprint applies globally; country deviations are documented in the register (Chapter 20).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Introduction and Overview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286000"/>
          </a:xfrm>
          <a:prstGeom prst="roundRect">
            <a:avLst>
              <a:gd name="adj" fmla="val 400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(dealership): quote, application, Application Management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(Market Operation): business review and activation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product, price and campaign maintenance, administration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Blueprint, global standards, central master data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oneSCM via RetailPortal or direct link (Chapter 2)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Knowledge of your own market, division and dealership context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Handbook Chapter 1 as an entry point before all process chapters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3108960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18211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456432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Own role and market are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Relevant handbook chapters are identified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Access to oneSCM is requested or available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Glossary and process map are known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416552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4897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764024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Terms and abbreviations (MO, HQ, OTR, VIN, ZB I) can be found in the glossary (Appendix A).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process map (Chapter 3.4) shows the order of the process chapters.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Reading paths per role are in the preface (V.2).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does oneSCM stand for?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For central Service Contract Management: quote, application, contract and management of service and maintenance products.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Does the handbook apply to Cars and Vans?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Yes. Division differences are described in Chapter 21, country differences in Chapter 20.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 I start as a new user?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Chapter 2 (access) and Chapter 3 (navigation), then with the process chapter for your role.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RetailPortal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System news and training material.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Glossary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A with terms and abbreviations.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Introduction and Overview</dc:title>
  <dc:subject>PptxGenJS Presentation</dc:subject>
  <dc:creator>oneSCM Quick Guide</dc:creator>
  <cp:lastModifiedBy>oneSCM Quick Guide</cp:lastModifiedBy>
  <cp:revision>1</cp:revision>
  <dcterms:created xsi:type="dcterms:W3CDTF">2026-10-11T16:25:28Z</dcterms:created>
  <dcterms:modified xsi:type="dcterms:W3CDTF">2026-10-11T16:25:28Z</dcterms:modified>
</cp:coreProperties>
</file>