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Basics, Navigation and Customer Journey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Vans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Chapter 3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1/2</a:t>
            </a:r>
            <a:endParaRPr lang="en-US" sz="700" dirty="0"/>
          </a:p>
        </p:txBody>
      </p:sp>
      <p:sp>
        <p:nvSpPr>
          <p:cNvPr id="8" name="Purpose and benefit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Purpose and benefit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You find your way around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start page and menu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use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search and filters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know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interaction patterns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place the contract process from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price information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to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contract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on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process map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(Chapter 3.1 to 3.9).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_en/badge_0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References to handbook chapters and systems are highlighted; e-mail addresses are provided as links.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Topics at a glance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3.1 – 3.3 User interface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Start page and menu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Search and filters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UI elements and interaction patterns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3.4 – 3.6 Customer Journey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Process map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Price information, quote, application and contract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Lead and CRM handover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3.7 – 3.9 Status and context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Interfaces and system handovers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Interpreting status information correctly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Personal work context and languages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_en/landscape_0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946904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_en/flow_03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How to proceed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Start on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start page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(3.1): The tiles lead to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Contract Creation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Application Management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Customer Management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as well as warranty packages and external portals.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Use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search and filters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(3.2): reference number, VIN, customer name or status narrow down lists. Columns such as "Actions" are reached via the horizontal slider.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Recognize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interaction patterns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(3.3): step bar with check marks, toggles for optional entries, three-dot menu for actions, mandatory fields marked with an asterisk.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Place your case on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process map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(3.4 and 3.5): price information → quote → application → contract.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4206240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4206240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4206240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 green check mark in the step bar does not mean that the contract is active.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Only the contract status "active" after review and activation (Chapter 8) is binding.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928616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Take over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leads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from the CRM and return results (3.6); note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system handovers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to OTR, VEGA and oneERP (3.7).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Read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status information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correctly (3.8): application status, signature status and contract status are separate values.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7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Set your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work context and language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(3.9); documents follow the market's language variant (Chapter 7.4).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Basics, Navigation and Customer Journey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Vans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Chapter 3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2/2</a:t>
            </a:r>
            <a:endParaRPr lang="en-US" sz="700" dirty="0"/>
          </a:p>
        </p:txBody>
      </p:sp>
      <p:sp>
        <p:nvSpPr>
          <p:cNvPr id="8" name="Roles and prerequisites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Roles and prerequisites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Roles involved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All roles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navigation, search, understanding status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customer journey from lead to contract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MO/Market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status information and system handovers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Prerequisites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Successful login with correct context (Chapter 2)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Basic knowledge of the process map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Personal work context and language are set</a:t>
            </a:r>
            <a:endParaRPr lang="en-US" sz="900" dirty="0"/>
          </a:p>
        </p:txBody>
      </p:sp>
      <p:sp>
        <p:nvSpPr>
          <p:cNvPr id="11" name="Checklist before completion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 before completion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Start page and main menu are known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Search by reference number and VIN works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Process phase of the case is clear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Language and work context are set</a:t>
            </a:r>
            <a:endParaRPr lang="en-US" sz="900" dirty="0"/>
          </a:p>
        </p:txBody>
      </p:sp>
      <p:sp>
        <p:nvSpPr>
          <p:cNvPr id="14" name="Notes and pitfalls"/>
          <p:cNvSpPr/>
          <p:nvPr/>
        </p:nvSpPr>
        <p:spPr>
          <a:xfrm>
            <a:off x="201168" y="4242816"/>
            <a:ext cx="4663440" cy="1316736"/>
          </a:xfrm>
          <a:prstGeom prst="roundRect">
            <a:avLst>
              <a:gd name="adj" fmla="val 694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Notes and pitfalls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The status overview with permitted transitions is in Chapter 8.2 and Appendix D.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The search only finds cases in your own market and dealership context.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Wizards end uniformly with the step "Overview &amp; Confirmation"; market names appear in the language of the market settings (3.3, 3.9).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536192"/>
          </a:xfrm>
          <a:prstGeom prst="roundRect">
            <a:avLst>
              <a:gd name="adj" fmla="val 5952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Frequently asked questions and answers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Where can I find a saved application again?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Under Contract Creation › Application Management via the reference number (Chapter 8.1).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What is the difference between a quote and an application?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The quote is non-binding price information; the application is saved, signed, reviewed and activated.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Can I use the interface in another language?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Yes, via the personal work context (3.9); contract documents follow the market's language variants.</a:t>
            </a:r>
            <a:endParaRPr lang="en-US" sz="900" dirty="0"/>
          </a:p>
        </p:txBody>
      </p:sp>
      <p:sp>
        <p:nvSpPr>
          <p:cNvPr id="19" name="Important links and contacts"/>
          <p:cNvSpPr/>
          <p:nvPr/>
        </p:nvSpPr>
        <p:spPr>
          <a:xfrm>
            <a:off x="5047488" y="235915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43230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Important links and contacts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70662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handbook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Complete chapters with screenshots, role, status and scope matrices (Appendix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Process diagrams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Appendix C with process map and sub-processes.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Glossary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Appendix A with terms and abbreviations.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and escalation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Report a support case with reference number, market, division and screenshot (Chapter 23.4 and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Basics, Navigation and Customer Journey</dc:title>
  <dc:subject>PptxGenJS Presentation</dc:subject>
  <dc:creator>oneSCM Quick Guide</dc:creator>
  <cp:lastModifiedBy>oneSCM Quick Guide</cp:lastModifiedBy>
  <cp:revision>1</cp:revision>
  <dcterms:created xsi:type="dcterms:W3CDTF">2026-10-11T16:25:28Z</dcterms:created>
  <dcterms:modified xsi:type="dcterms:W3CDTF">2026-10-11T16:25:28Z</dcterms:modified>
</cp:coreProperties>
</file>