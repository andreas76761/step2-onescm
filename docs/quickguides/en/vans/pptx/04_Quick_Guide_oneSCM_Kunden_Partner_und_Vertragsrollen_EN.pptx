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Customers, Partners and Contract Roles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private and business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find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existing customers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mandatory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assign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(holder, payer, user, contact, invoice recipient) and avoid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4.1 to 4.8).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4.1 – 4.3 Entering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Private customers and business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Searching for and assigning existing customers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Checking customer data and mandatory data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4.4 – 4.6 Roles and quality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holder, payer, user, contact, invoice recipient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transfer from connected systems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 and conflicting master data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4.7 – 4.8 Partners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 and Dealer relationships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onboarding and partner process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52212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Select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group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(4.1). "KAM-managed key accounts" only for individual price requests or FS 140+.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search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the customer and select them; only create a new record if needed (4.2). Identification is based on: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Private customer: first and last name, phone number, e-mail address or Mercedes me ID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customer: company name, VAT ID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mandatory data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plausibility (4.3): address, contact details, legal form; errors block later checks.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409651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409651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409651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holder and registered keeper of the vehicle must be identical.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 different contract holder is not permitted; only payer and invoice recipient may differ.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818888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Assign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contract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(4.4): contract holder, payer, user, contact and invoice recipient may differ, but must be permitted per market.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Transfer data from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connected systems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(4.5, e.g. oneERP) instead of retyping it; check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conflicts (4.6).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Maintain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partner and Dealer relationships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(4.7); new dealers go through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 onboarding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(4.8).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Customers, Partners and Contract Roles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4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customer search, new creation, role assignment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review of master data and duplicates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Dealer onboarding and partner process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group is known (private, business, KAM-managed key accounts)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identification data is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protection notes are observed (Chapter 16.1)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 searched, no duplicate created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Customer group selected correctly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Mandatory data complete and plausible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Contract roles assigned and permitted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463040"/>
          </a:xfrm>
          <a:prstGeom prst="roundRect">
            <a:avLst>
              <a:gd name="adj" fmla="val 625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Duplicates usually result from creating new records without searching first; the MO can reject them.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Personal data does not belong in comments or screenshots (Chapter 16.1).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When transferring data from external systems, the leading system is authoritative (Chapter 16.2).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May the payer differ from the contract holder?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the payer and the invoice recipient may differ; the contract holder must be the registered keeper.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to do about conflicting master data?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Do not overwrite; document the deviation and pass it to the leading system or to support (Chapter 4.6).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is a new Dealer connected?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partner process and the market's Dealer onboarding (Chapter 4.8).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Customer Account Center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Customer accounts and special cases (Chapter 12.8).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oneERP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Customer and finance integration (Chapter 19.11).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Customers, Partners and Contract Roles</dc:title>
  <dc:subject>PptxGenJS Presentation</dc:subject>
  <dc:creator>oneSCM Quick Guide</dc:creator>
  <cp:lastModifiedBy>oneSCM Quick Guide</cp:lastModifiedBy>
  <cp:revision>1</cp:revision>
  <dcterms:created xsi:type="dcterms:W3CDTF">2026-10-11T16:05:14Z</dcterms:created>
  <dcterms:modified xsi:type="dcterms:W3CDTF">2026-10-11T16:05:14Z</dcterms:modified>
</cp:coreProperties>
</file>