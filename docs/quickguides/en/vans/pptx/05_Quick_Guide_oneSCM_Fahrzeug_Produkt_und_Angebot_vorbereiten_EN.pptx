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Preparing Vehicle, Product and Quote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5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select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type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entry point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load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vehicle data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select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and scope of services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configure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term, mileage and options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create 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quote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campaigns and discounts (Chapter 5.1 to 5.8).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0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5.1 – 5.3 Vehicle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types and entry points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Vehicle and case identifiers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Vehicle data, mandatory fields and validation rules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5.4 – 5.6 Product and price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Selecting products and scope of services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Configuring term, mileage and options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Prices, campaigns and discounts in the quote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5.7 – 5.8 Quote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Quote validity and changes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Handover to application creation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0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522122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0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Click "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Create contract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" and select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type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(5.1).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Depending on the phase, enter the appropriate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entry point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to load the vehicle data (5.2):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a price indication: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model series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From quote: OTR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 ID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From order: VerSO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order ID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From production: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VIN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Add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first registration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current mileage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license plate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(5.3). If these are not yet known, activate the toggle.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service/maintenance package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(5.4) and configure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interval, term, annual mileage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and, if applicable,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industry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(5.5).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460857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460857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460857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soon as you click "Create application", you jump to customer data entry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can only edit the contract again later. Check product, term and mileage beforehand.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Preparing Vehicle, Product and Quote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5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create and hand over quote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provide products, prices and campaigns (Chapter 14)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review for special approvals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is created or assigned (Chapter 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Vehicle identifier is available: model series, OTR deal ID, VerSO order ID or VIN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Permitted products for market and division are known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Entry point selected to match the phase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Vehicle data loaded and mandatory fields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Product, term and mileage match the customer's wishes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Campaign permitted, price information generated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463040"/>
          </a:xfrm>
          <a:prstGeom prst="roundRect">
            <a:avLst>
              <a:gd name="adj" fmla="val 625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payment intervals "one-time" and "monthly" are always available; other intervals depend on customer segment and term.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Terms and conditions as well as dealer information can be permanently displayed via the icons.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Demonstrator and company cars count as used vehicles; only a pure maintenance package is possible for them.</a:t>
            </a:r>
            <a:endParaRPr lang="en-US" sz="900" dirty="0"/>
          </a:p>
        </p:txBody>
      </p:sp>
      <p:sp>
        <p:nvSpPr>
          <p:cNvPr id="17" name="Abschnittstitel"/>
          <p:cNvSpPr txBox="1"/>
          <p:nvPr/>
        </p:nvSpPr>
        <p:spPr>
          <a:xfrm>
            <a:off x="5047488" y="7132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 (continued)</a:t>
            </a:r>
            <a:endParaRPr lang="en-US" sz="1100" dirty="0"/>
          </a:p>
        </p:txBody>
      </p:sp>
      <p:sp>
        <p:nvSpPr>
          <p:cNvPr id="18" name="Schritte"/>
          <p:cNvSpPr txBox="1"/>
          <p:nvPr/>
        </p:nvSpPr>
        <p:spPr>
          <a:xfrm>
            <a:off x="5065776" y="987552"/>
            <a:ext cx="46451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If available, add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additional services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select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active campaigns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your own dealer discounts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(5.6). Check eligibility against the campaign description.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the contract details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plan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generate the "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 information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" preview (PDF) for quote purposes. Note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quote validity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(5.7).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With "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Create application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" you hand over the quote to application creation (5.8, Chapter 6).</a:t>
            </a:r>
            <a:endParaRPr lang="en-US" sz="900" dirty="0"/>
          </a:p>
        </p:txBody>
      </p:sp>
      <p:sp>
        <p:nvSpPr>
          <p:cNvPr id="19" name="FAQ"/>
          <p:cNvSpPr/>
          <p:nvPr/>
        </p:nvSpPr>
        <p:spPr>
          <a:xfrm>
            <a:off x="5047488" y="2258568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FAQ Inhalt"/>
          <p:cNvSpPr txBox="1"/>
          <p:nvPr/>
        </p:nvSpPr>
        <p:spPr>
          <a:xfrm>
            <a:off x="5157216" y="2331720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Which identifier do I use before the order?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model series for a price indication; from quote the OTR deal ID, from order the VerSO order ID.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change a quote later?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until application creation; after that the change rules from Chapter 5.7 and 10.2 apply.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long is a quote valid?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Validity depends on market requirements and price version (Chapter 5.7 and 14.9).</a:t>
            </a:r>
            <a:endParaRPr lang="en-US" sz="900" dirty="0"/>
          </a:p>
        </p:txBody>
      </p:sp>
      <p:sp>
        <p:nvSpPr>
          <p:cNvPr id="21" name="Important links and contacts"/>
          <p:cNvSpPr/>
          <p:nvPr/>
        </p:nvSpPr>
        <p:spPr>
          <a:xfrm>
            <a:off x="5047488" y="3767328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2" name="Kartentitel"/>
          <p:cNvSpPr txBox="1"/>
          <p:nvPr/>
        </p:nvSpPr>
        <p:spPr>
          <a:xfrm>
            <a:off x="5157216" y="38404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3" name="Karteninhalt"/>
          <p:cNvSpPr txBox="1"/>
          <p:nvPr/>
        </p:nvSpPr>
        <p:spPr>
          <a:xfrm>
            <a:off x="5157216" y="4114800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OTR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Order and vehicle reference (Chapter 19.5).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MIC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Vehicle data API (Chapter 19.8).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Preparing Vehicle, Product and Quote</dc:title>
  <dc:subject>PptxGenJS Presentation</dc:subject>
  <dc:creator>oneSCM Quick Guide</dc:creator>
  <cp:lastModifiedBy>oneSCM Quick Guide</cp:lastModifiedBy>
  <cp:revision>1</cp:revision>
  <dcterms:created xsi:type="dcterms:W3CDTF">2026-10-11T16:05:14Z</dcterms:created>
  <dcterms:modified xsi:type="dcterms:W3CDTF">2026-10-11T16:05:14Z</dcterms:modified>
</cp:coreProperties>
</file>