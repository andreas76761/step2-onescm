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Tracking and Activating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 applications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vehicle data and documents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respond correctly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rejection, delay and resubmission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8.1 to 8.7).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8.1 – 8.3 Tracking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Searching, filtering and tracking applications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 and permitted transitions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Adding missing vehicle data and documents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8.4 – 8.7 Activating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process and activation prerequisites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Automatic and manual activation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activation and result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Rejection, delay and resubmission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4456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Creation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search for the application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Move the slider to the right to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column, 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select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application via the reference number, switch to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tab and use the upload icon to upload the copy of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the signed contract document.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Uploading the ZB II is not a mandatory field in the system, but no activation takes place without the document.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Incorrect applications are rejected and the customer is informed.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(8.2): only permitted transitions are possible; the application is reviewed and activated by Customer Management (8.4 and 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(8.6): contract status "active" and feedback in Communication.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Customer Management will contact you; correct the data and resubmit the application (8.7).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Tracking and Activating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track application, submit missing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review, approval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automatic activation when data is complete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saved and signed (Chapter 6 and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registration, license plate and ZB II are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found in Application Management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First registration and license plate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and contract document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status "active"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service contract can be concluded up to 12 months and/or a maximum of 50,000 km after first registration, provided the vehicle has not yet received a service (exception: company and demonstrator vehicles with a previous owner).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contract start corresponds to the date of first registration.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 are documented as a matrix in Appendix D.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activation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complete data, automatic activation takes place promptly; manual reviews by Customer Management take correspondingly longer (8.5).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My application was rejected. What to do?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Read the rejection reason in Communication, correct the data and resubmit the application (8.7).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filter by status?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Application Management offers filters by status, date and customer (8.1).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T8-9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Overall process and MO role deep dive.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Tracking and Activating the Application</dc:title>
  <dc:subject>PptxGenJS Presentation</dc:subject>
  <dc:creator>oneSCM Quick Guide</dc:creator>
  <cp:lastModifiedBy>oneSCM Quick Guide</cp:lastModifiedBy>
  <cp:revision>1</cp:revision>
  <dcterms:created xsi:type="dcterms:W3CDTF">2026-10-11T16:05:14Z</dcterms:created>
  <dcterms:modified xsi:type="dcterms:W3CDTF">2026-10-11T16:05:14Z</dcterms:modified>
</cp:coreProperties>
</file>