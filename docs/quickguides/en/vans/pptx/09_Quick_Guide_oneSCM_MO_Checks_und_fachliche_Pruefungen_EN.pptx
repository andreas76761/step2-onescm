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and Business Reviews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MO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within contract creation, assess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 and reasons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ensure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hand over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 or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9.1 to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Review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MO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within contract creation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status, reasons and open checks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Quality assurance and system checks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Result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 and re-check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 for decision or to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for contract changes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profiles and overview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 worklist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select the application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data, customer data, documents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against the check criteria (9.2 and 9.4); system checks indicate deviations.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Open checks remain visible in the worklist.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rejection is only permitted with a comment.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reason must be comprehensible for the Dealer and is saved in the history.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request corrections from the Dealer and check again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hand over disputed cases for decision or to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changes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the same rules (9.7)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 profiles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the overview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and Business Reviews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business review, approval,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subsequent delivery of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rules and Contract Review profiles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role is activated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signed and fully submitted (Chapter 7 and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market's check criteria are known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check criteria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Check status and reason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Deviations documented and reported back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approved or rejected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MO reviews business aspects; technical faults go to support (Chapter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Comments are visible internally or externally; check the visibility before saving (Chapter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Checks are part of the approval workflow according to Chapter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exactly does the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Completeness and plausibility of customer, vehicle, product, payment data, documents and signature (9.2 and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Dealer see the check status?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in Application Management as a status and in Communication as feedback.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often can a re-check be done?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often as corrections are submitted; every check is traceable in the history (9.5).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check result to ongoing contract management.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and Business Reviews</dc:title>
  <dc:subject>PptxGenJS Presentation</dc:subject>
  <dc:creator>oneSCM Quick Guide</dc:creator>
  <cp:lastModifiedBy>oneSCM Quick Guide</cp:lastModifiedBy>
  <cp:revision>1</cp:revision>
  <dcterms:created xsi:type="dcterms:W3CDTF">2026-10-11T16:05:14Z</dcterms:created>
  <dcterms:modified xsi:type="dcterms:W3CDTF">2026-10-11T16:05:14Z</dcterms:modified>
</cp:coreProperties>
</file>