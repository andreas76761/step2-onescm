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Managing Contracts in Daily Operations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for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change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contract, customer and payment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carry out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of payer and transfer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suspend and reactivate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extend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close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contracts and 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10.1 to 10.8).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10.1 – 10.4 Changing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Searching for contracts and checking details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Changing contract, customer and payment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of payer and contract transfer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Suspend and reactivate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10.5 – 10.9 Ending and tracing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Extension, follow-up quote and follow-up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Termination, cancellation and closure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Financial consequences and closing 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history and traceability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Mileage, mileage history and projection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846320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 for the contract via reference number, VIN or customer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contract, customer or payment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permitted actions (10.2); the payment interval can later only be changed to "one-time".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of payer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transfer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the required evidence (10.3).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Suspend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reactivate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legitimate reasons (10.4).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9227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9227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9227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to product, term or mileage require a new contract.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Cancellations and closures have financial consequences (Chapter 11.6) and are irreversible.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end of the term, create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follow-up 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follow-up contract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termination, cancellation or closure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financial consequences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secure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closing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(10.6 and 10.7).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(10.8); every change is traceable with time, role and reason.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8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mileage history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trigger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mileage projection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when MIC data is missing (10.9); it is a reference value and does not end the contract.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Managing Contracts in Daily Operations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10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initiate changes, create follow-up quotes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of changes (Chapter 9.7)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Finance department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financial consequences and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is active (Chapter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Reason and time of the change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consent is available where required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uniquely identified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Permitted change selected, evidence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Financial consequences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documented in the history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go through the MO Check according to Chapter 9.7.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mileage from a workshop invoice above the contract mileage sets the status "expired by mileage" (10.6).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history is the basis for reporting and governance (Chapter 16).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increase the mileage?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Not in the current contract; this requires a new contract or follow-up contract (10.2 and 10.5).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cancellation and termination?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Cancellation voids the contract, termination ends it at a set date; both have their own financial consequences (10.6 and 10.7).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can I see who changed something?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contract's change history (10.8).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 and finance reference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Managing Contracts in Daily Operations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