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Business Customers, Campaigns and Special Cases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additional requirements for business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fleets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apply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and special conditions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submit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case requests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a justification, understand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assignment, validation and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12.1 to 12.8).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12.1 – 12.4 Business customers and special case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Additional requirements for business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Fleet and special customer constellations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and special conditions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case request and justification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12.5 – 12.8 Processing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assignment and further processing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Validation, approval and rejection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Internal and external comments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628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enter the company name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VAT ID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and, if applicable, the industry (12.1);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fleets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the customer constellation (12.2).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conditions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if the eligibility described is met (12.3).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deviations from the standard, submit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case request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a comprehensible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justification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customer group "KAM-managed key accounts" is to be used only for individual price requests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i.e. for KAM-managed customers or for FS 140+.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request is assigned to the responsible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processor (12.5)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validated, approved or rejected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MO or Market (12.6).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internal comments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coordination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external comments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feedback to the customer (12.7).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 customer accounts and special cases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Business Customers, Campaigns and Special Cases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258568"/>
          </a:xfrm>
          <a:prstGeom prst="roundRect">
            <a:avLst>
              <a:gd name="adj" fmla="val 40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special case request, campaign selection, comments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validation, approval or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managed key accounts and individual price requests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group "Business customer" or "KAM-managed key accounts" is selected correctly (Chapter 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 eligibility is given as described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Justification for the special case is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3081528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2900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 group and additional details correct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Campaign eligibility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Special case justified and submitted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Comment visibility observed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389120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36592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Special approvals always trigger an MO check (Chapters 6.5 and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External comments are visible to the customer; do not enter internal information.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Campaigns are maintained by the Market (Chapter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do I need a special case request?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When conditions, customer constellation or product deviate from the standard (12.4).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decides on the special case?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MO or Market after validation; you see the result in the application and in the comments (12.6).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Customer Account Center?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area for managing customer accounts, relationships and special cases (12.8).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 along the contract process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Business Customers, Campaigns and Special Cases</dc:title>
  <dc:subject>PptxGenJS Presentation</dc:subject>
  <dc:creator>oneSCM Quick Guide</dc:creator>
  <cp:lastModifiedBy>oneSCM Quick Guide</cp:lastModifiedBy>
  <cp:revision>1</cp:revision>
  <dcterms:created xsi:type="dcterms:W3CDTF">2026-10-11T16:05:15Z</dcterms:created>
  <dcterms:modified xsi:type="dcterms:W3CDTF">2026-10-11T16:05:15Z</dcterms:modified>
</cp:coreProperties>
</file>