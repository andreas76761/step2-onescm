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Market Role, Product and Price Maintenance and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Market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templates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products, price versions, vehicle groups and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document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14.1 to 14.14).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14.1 – 14.7 Market and administration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Market role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 from the Blueprint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Template administration and template management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Administration area and permitted actions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Market-related visibility and authorizations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Check, approve and document changes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14.8 – 14.14 Product, price, campaign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definition, creation and publication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 and factor limits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change, versioning and effect on existing contracts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groups and Van model series clustering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as a work area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creation and discount maintenance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components, Cost Unit Split and inflation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flow_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7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8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relative to the HQ role (14.1) and 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(14.2 and 14.3).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templates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(14.4) and use only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permitted actions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administration area (14.5);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visibility and authorizations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Define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products, create them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publish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them (14.8).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 and factor limits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components, Cost Unit Split and inflation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(14.9 and 14.14).</a:t>
            </a:r>
            <a:endParaRPr lang="en-US" sz="900" dirty="0"/>
          </a:p>
        </p:txBody>
      </p:sp>
      <p:sp>
        <p:nvSpPr>
          <p:cNvPr id="19" name="Warnhinweis"/>
          <p:cNvSpPr/>
          <p:nvPr/>
        </p:nvSpPr>
        <p:spPr>
          <a:xfrm>
            <a:off x="5047488" y="392277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0" name="Warnzeichen"/>
          <p:cNvSpPr txBox="1"/>
          <p:nvPr/>
        </p:nvSpPr>
        <p:spPr>
          <a:xfrm>
            <a:off x="5120640" y="392277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Warntext"/>
          <p:cNvSpPr txBox="1"/>
          <p:nvPr/>
        </p:nvSpPr>
        <p:spPr>
          <a:xfrm>
            <a:off x="5458968" y="39227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Published price versions take effect immediately on new quotes.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Check factor limits and the effect on existing contracts in Product Testing before you publish.</a:t>
            </a:r>
            <a:endParaRPr lang="en-US" sz="900" dirty="0"/>
          </a:p>
        </p:txBody>
      </p:sp>
      <p:sp>
        <p:nvSpPr>
          <p:cNvPr id="22" name="Schritte"/>
          <p:cNvSpPr txBox="1"/>
          <p:nvPr/>
        </p:nvSpPr>
        <p:spPr>
          <a:xfrm>
            <a:off x="5065776" y="450799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changes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observe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effect on existing contracts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(14.10); cluster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groups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 model series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changes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(14.12) before you create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and discounts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(14.13).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Check, approve and document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every change (14.7).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Market Role, Product and Price Maintenance and Administration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price and campaign maintenance,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 and approvals (Chapter 15)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feedback from checks and sales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role with administration rights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and country deviations known (Chapters 15 and 20)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Market's approval process clarified (Chapter 16.3)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Change checked in Product Testing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Price version, cluster and factor limits plausible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Effect on existing contracts assessed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Approval documented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792224"/>
          </a:xfrm>
          <a:prstGeom prst="roundRect">
            <a:avLst>
              <a:gd name="adj" fmla="val 510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cluster for the relative base price requires a price factor (14.9).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Vehicle groups: the product with a current price version is preselected, expired price versions are not shown; on request the system generates name and description from the filters (14.11).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a campaign is duplicated, the system resets the External Campaign ID; deactivated campaigns remain editable (14.13).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Depending on versioning, product changes affect only new contracts or existing contracts as well (14.10).</a:t>
            </a:r>
            <a:endParaRPr lang="en-US" sz="900" dirty="0"/>
          </a:p>
        </p:txBody>
      </p:sp>
      <p:pic>
        <p:nvPicPr>
          <p:cNvPr id="17" name="Prozessbild" descr="/tmp/claude-0/-home-user-step2-oneSCM/768b354c-b2c6-524c-b102-2abaf010b0fe/scratchpad/qg/src/img_en/landscape_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713232"/>
            <a:ext cx="4663440" cy="1207008"/>
          </a:xfrm>
          <a:prstGeom prst="rect">
            <a:avLst/>
          </a:prstGeom>
        </p:spPr>
      </p:pic>
      <p:sp>
        <p:nvSpPr>
          <p:cNvPr id="18" name="FAQ"/>
          <p:cNvSpPr/>
          <p:nvPr/>
        </p:nvSpPr>
        <p:spPr>
          <a:xfrm>
            <a:off x="5047488" y="2029968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9" name="FAQ Inhalt"/>
          <p:cNvSpPr txBox="1"/>
          <p:nvPr/>
        </p:nvSpPr>
        <p:spPr>
          <a:xfrm>
            <a:off x="5157216" y="2103120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may the Market change without HQ?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Market-specific settings, prices, campaigns and templates within the Blueprint; deviations require HQ approval (14.3 and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test a new product?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Product Testing with test data from Appendix I.3, before it is published (14.12).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a Cost Unit Split?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split of the price into cost components, e.g. for inflation adjustments (14.14).</a:t>
            </a:r>
            <a:endParaRPr lang="en-US" sz="900" dirty="0"/>
          </a:p>
        </p:txBody>
      </p:sp>
      <p:sp>
        <p:nvSpPr>
          <p:cNvPr id="20" name="Important links and contacts"/>
          <p:cNvSpPr/>
          <p:nvPr/>
        </p:nvSpPr>
        <p:spPr>
          <a:xfrm>
            <a:off x="5047488" y="3675888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1" name="Kartentitel"/>
          <p:cNvSpPr txBox="1"/>
          <p:nvPr/>
        </p:nvSpPr>
        <p:spPr>
          <a:xfrm>
            <a:off x="5157216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2" name="Karteninhalt"/>
          <p:cNvSpPr txBox="1"/>
          <p:nvPr/>
        </p:nvSpPr>
        <p:spPr>
          <a:xfrm>
            <a:off x="5157216" y="4023360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T14-15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Connecting market maintenance and central requirements.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Market Role, Product and Price Maintenance and Administration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