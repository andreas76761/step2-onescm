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Governance, Quality, Data Protection and Archiving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16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observe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protection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safe sample data, ensure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quality and data ownership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use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approval workflow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document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distinguish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document management and archiving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maintain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sources, tickets and versions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well as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clarification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16.1 to 16.8).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16.1 – 16.4 Data protection and quality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protection and safe sample data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quality and data ownership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Functional review and approval workflow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evidence and productive functional baseline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16.5 – 16.8 Evidence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Distinguishing document management and archiving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Sources, ticket references and version control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Contradictions, gaps and clarification register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 governance and reporting evidence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1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83717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1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 only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safe sample data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training, tickets and screenshots; no real customer or bank details (16.1).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Observe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ownership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(16.2): the leading system (e.g. oneERP for customers) is authoritative; corrections are made there.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 through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approval workflow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(16.3): functional review, approval, documentation.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Store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record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productive functional baseline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(16.4).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405993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405993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405993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Personal data never belongs in comments, tickets or screenshots.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Use the test data catalog (Appendix I.3) and anonymize examples.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782312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Distinguish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document 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(ongoing process) from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archiving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(legally secure filing) (16.5).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Maintain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sources, ticket references and versions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(16.6) and enter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contradictions and gaps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clarification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(16.7).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7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Ensure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 governance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reporting 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(16.8).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Governance, Quality, Data Protection and Archiving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16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 roles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data protection and data quality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approval workflow, version control, governance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dealer governance and reporting evidence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Knowledge of the group's data protection rules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 to clarification register and ticket references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Market's approval levels known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Examples anonymized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Leading system observed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Approval documented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Clarification register updated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Archived documents are immutable; corrections create new versions.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Every handbook statement has a source or ticket reference (Appendix F).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clarification register is required reading before releases (Chapter 22).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May I send a screenshot with customer data to Support?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Only anonymized or with test data; real data must be redacted (16.1).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is the difference between document management and archiving?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Document management accompanies the process; archiving is the legally secure, immutable filing (16.5).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do I report a contradiction in the handbook?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clarification register with chapter, source and ticket reference (16.7 and Appendix F).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35915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Sources and clarification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F.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data catalog and 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I.3.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Governance, Quality, Data Protection and Archiving</dc:title>
  <dc:subject>PptxGenJS Presentation</dc:subject>
  <dc:creator>oneSCM Quick Guide</dc:creator>
  <cp:lastModifiedBy>oneSCM Quick Guide</cp:lastModifiedBy>
  <cp:revision>1</cp:revision>
  <dcterms:created xsi:type="dcterms:W3CDTF">2026-10-11T16:05:15Z</dcterms:created>
  <dcterms:modified xsi:type="dcterms:W3CDTF">2026-10-11T16:05:15Z</dcterms:modified>
</cp:coreProperties>
</file>