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Rollout and Go-Live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markets and go-live 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 for access, configuration and 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preparation with functional acceptance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and handover to operations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after go-live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17.1 to 17.5).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17.1 – 17.3 Preparation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markets and go-live scope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 for access, configuration and training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preparation and functional acceptance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17.4 – 17.5 Operations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and handover to operations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after go-live and open items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markets and go-live 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(17.1): which divisions, products and roles go live when?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Ensure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(17.2): access, market configuration, training environment.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preparation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document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acceptance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test evidence (17.3, Chapter 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Without documented functional acceptance there is no productive start in the market.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Acceptance, test evidence and training status are prerequisites for the handover to operations.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 the roles with the handbook, Quick Guides and knowledge checks (Appendix H) and hand over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operations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the go-live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hypercare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and track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items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clarification register (17.5).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Rollout and Go-Live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Project/HQ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rollout planning and acceptance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market preparation, configuration, training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participation in training and acceptance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Rollout plan with target markets is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Authorizations for training and production system requested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configuration completed according to Chapter 14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Target markets and scope confirmed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Access and configuration ready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Acceptance documented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Training carried out, open items recorded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go-live and migration are covered in Chapters 20.5 and 18.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Everyday checklists for getting started can be found in Appendix B.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on the functional baseline in Chapter 22.4.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accepts the market?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Market functionally, HQ for Blueprint conformity; both are documented (17.3).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training materials are available?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Handbook, Quick Guides per chapter, knowledge checks (Appendix H) and training material in the RetailPortal.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the support after go-live last?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According to the market's rollout plan; open items are tracked in the register until closed (17.5).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 and solutions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Rollout and Go-Live</dc:title>
  <dc:subject>PptxGenJS Presentation</dc:subject>
  <dc:creator>oneSCM Quick Guide</dc:creator>
  <cp:lastModifiedBy>oneSCM Quick Guide</cp:lastModifiedBy>
  <cp:revision>1</cp:revision>
  <dcterms:created xsi:type="dcterms:W3CDTF">2026-10-11T16:25:29Z</dcterms:created>
  <dcterms:modified xsi:type="dcterms:W3CDTF">2026-10-11T16:25:29Z</dcterms:modified>
</cp:coreProperties>
</file>