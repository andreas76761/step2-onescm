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Migration and Transfer of Existing Data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18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 and boundaries of the migration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 systems and data objects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mapping and quality 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transferred customers and contracts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handle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error cases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understand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cutover and parallel operation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18.1 to 18.6).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18.1 – 18.3 Preparation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 and boundaries of the migration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 systems and data objects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mapping and quality check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18.4 – 18.6 Execution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Checking transferred customers and contracts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Error cases, correction paths and evidence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Cutover and parallel operation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1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1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Clarify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 and boundaries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(18.1): which contracts, customers and documents are transferred, which remain in the legacy system?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Identify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 systems and data objects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(18.2), e.g. legacy systems from Chapter 19.20.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mapping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quality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using the check rules (18.3).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6027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6027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6027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During parallel operation, migrated contracts may be changed only in the leading system.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Duplicate maintenance creates contradictions and blocks activation.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transferred customers and contracts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 a sample basis and according to the error list (18.4).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error cases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defined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correction paths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secure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(18.5).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Observe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cutover and parallel operation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(18.6): from the cutover date, oneSCM is the leading system.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Migration and Transfer of Existing Data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18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Project/HQ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migration scope, cutover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data mapping and quality check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checking transferred customers and contracts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Migration plan and source systems are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check and error lists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Correction paths and contact persons are defined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Migration scope confirmed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Mapping and quality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Samples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Error cases corrected with evidence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Migrated contracts are marked as migrated in the history (Chapter 10.8).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ownership according to Chapter 16.2 also applies to legacy data.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Country-specific migration in Chapter 20.5.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Are all legacy contracts migrated?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Only those defined in the migration scope; the rest run out in the legacy system (18.1).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do I do with an incorrectly migrated contract?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Report the error case via the correction path; do not rebuild it manually (18.5).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When does parallel operation end?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 the cutover date defined in the cutover plan (18.6).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Legacy systems and transition architecture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19.20.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Migration and Transfer of Existing Data</dc:title>
  <dc:subject>PptxGenJS Presentation</dc:subject>
  <dc:creator>oneSCM Quick Guide</dc:creator>
  <cp:lastModifiedBy>oneSCM Quick Guide</cp:lastModifiedBy>
  <cp:revision>1</cp:revision>
  <dcterms:created xsi:type="dcterms:W3CDTF">2026-10-11T16:05:15Z</dcterms:created>
  <dcterms:modified xsi:type="dcterms:W3CDTF">2026-10-11T16:05:15Z</dcterms:modified>
</cp:coreProperties>
</file>