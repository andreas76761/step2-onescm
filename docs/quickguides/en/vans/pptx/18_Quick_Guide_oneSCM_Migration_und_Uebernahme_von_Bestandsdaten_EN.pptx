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and Transfer of Existing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 of the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 and quality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transferred customers and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18.1 to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Preparation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 of the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 and quality check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Execution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transferred customers and contracts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cases, correction paths and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which contracts, customers and documents are transferred, which remain in the legacy 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e.g. legacy systems from Chapter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using the check rules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parallel operation, migrated contracts may be changed only in the leading system.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Duplicate maintenance creates contradictions and blocks activation.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transferred customers and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a sample basis and according to the error list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defined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from the cutover date, oneSCM is the leading system.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and Transfer of Existing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 scope,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data mapping and quality check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checking transferred customers and contracts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 plan and source systems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check and error lists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 paths and contact persons are defined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 scope confirmed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and quality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Samples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Error cases corrected with evidence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Migrated contracts are marked as migrated in the history (Chapter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ownership according to Chapter 16.2 also applies to legacy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migration in Chapter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all legacy contracts migrated?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those defined in the migration scope; the rest run out in the legacy system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 I do with an incorrectly migrated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Report the error case via the correction path; do not rebuild it manually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does parallel operation end?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cutover date defined in the cutover plan (18.6).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 systems and transition architecture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and Transfer of Existing Data</dc:title>
  <dc:subject>PptxGenJS Presentation</dc:subject>
  <dc:creator>oneSCM Quick Guide</dc:creator>
  <cp:lastModifiedBy>oneSCM Quick Guide</cp:lastModifiedBy>
  <cp:revision>1</cp:revision>
  <dcterms:created xsi:type="dcterms:W3CDTF">2026-10-11T16:25:29Z</dcterms:created>
  <dcterms:modified xsi:type="dcterms:W3CDTF">2026-10-11T16:25:29Z</dcterms:modified>
</cp:coreProperties>
</file>