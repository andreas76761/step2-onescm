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IT Architecture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19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You know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system map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the connected systems for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order, vehicle, contract, finance, payment and authorization data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integration paths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interface operation with error handling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as well as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individual system profiles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 19.1 to 19.31).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1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References to handbook chapters and systems are highlighted; e-mail addresses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Topics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3054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Order and vehicle (19.2 – 19.10)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GO – Cars order information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AFAB – Vans order information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CEPRO – Vans vehicle master data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OTR – Order and vehicle reference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DSB – Mileage reading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Warranty-and-Goodwill-API, MIC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VEGA – Contract, coverage, claim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BS4 or SDB4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Finance, payment, authorization (19.11 – 19.17)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oneERP – Customer and finance integration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CoFiCo and SWT – FI connection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NEMESIS – Accounting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MPay – Payment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ALICE – Authorizations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DATIX – Manual handover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3054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Operation and profiles (19.18 – 19.31)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Other systems, data platforms, legacy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Integration paths and interface operation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Architecture register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Profiles: VeDoc, VERSO/VOM, oneDoC, Xentry, MBFS Bundling, POS channels, insurers, suppliers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flow_19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7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8" name="Schritte"/>
          <p:cNvSpPr txBox="1"/>
          <p:nvPr/>
        </p:nvSpPr>
        <p:spPr>
          <a:xfrm>
            <a:off x="5065776" y="2606040"/>
            <a:ext cx="4645152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Start with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architecture overview and system map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(19.1).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Assign the data sources per process step: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Vehicle and order: GO, AFAB, CEPRO, OTR, MIC, DSB (19.2 to 19.8)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and services: VEGA, BS4/SDB4, Warranty-and-Goodwill-API (19.7, 19.9, 19.10)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 and finance: oneERP, CoFiCo, SWT, NEMESIS, MPay (19.11 to 19.15)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Access: ALICE (19.16); manual handover: DATIX (19.17)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Know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technical integration paths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(19.21) and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interface operation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with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error handling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(19.22).</a:t>
            </a:r>
            <a:endParaRPr lang="en-US" sz="900" dirty="0"/>
          </a:p>
        </p:txBody>
      </p:sp>
      <p:sp>
        <p:nvSpPr>
          <p:cNvPr id="19" name="Warnhinweis"/>
          <p:cNvSpPr/>
          <p:nvPr/>
        </p:nvSpPr>
        <p:spPr>
          <a:xfrm>
            <a:off x="5047488" y="428853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0" name="Warnzeichen"/>
          <p:cNvSpPr txBox="1"/>
          <p:nvPr/>
        </p:nvSpPr>
        <p:spPr>
          <a:xfrm>
            <a:off x="5120640" y="428853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1" name="Warntext"/>
          <p:cNvSpPr txBox="1"/>
          <p:nvPr/>
        </p:nvSpPr>
        <p:spPr>
          <a:xfrm>
            <a:off x="5458968" y="428853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 not work around interface errors with manual duplicate maintenance.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Report the error with reference number and system to Support; DATIX is only the documented manual handover path.</a:t>
            </a:r>
            <a:endParaRPr lang="en-US" sz="900" dirty="0"/>
          </a:p>
        </p:txBody>
      </p:sp>
      <p:sp>
        <p:nvSpPr>
          <p:cNvPr id="22" name="Schritte"/>
          <p:cNvSpPr txBox="1"/>
          <p:nvPr/>
        </p:nvSpPr>
        <p:spPr>
          <a:xfrm>
            <a:off x="5065776" y="5010912"/>
            <a:ext cx="4645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Use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architecture 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for open evidence (19.23).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Look up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individual system profiles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as needed (19.24 to 19.31).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IT Architecture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19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HQ/IT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architecture, interface operation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Market/MO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error handling and evidence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understanding of data origin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Basic understanding of the contract process (Chapter 3)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Access to the architecture register (19.23)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path for interface errors known (Chapter 23)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System map understood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Data source per process step known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Error path for interface failures known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Profile of the affected system read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Cars and Vans use different order systems (GO or AFAB/CEPRO).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Van master data arrives via the CeproImport batch job; report batch job incidents with job name and time (19.4, 19.22).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Legacy systems (19.20) run only until the cutover (Chapter 18.6).</a:t>
            </a:r>
            <a:endParaRPr lang="en-US" sz="900" dirty="0"/>
          </a:p>
        </p:txBody>
      </p:sp>
      <p:pic>
        <p:nvPicPr>
          <p:cNvPr id="17" name="Prozessbild" descr="/tmp/claude-0/-home-user-step2-oneSCM/768b354c-b2c6-524c-b102-2abaf010b0fe/scratchpad/qg/src/img_en/landscape_1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7488" y="713232"/>
            <a:ext cx="4663440" cy="1207008"/>
          </a:xfrm>
          <a:prstGeom prst="rect">
            <a:avLst/>
          </a:prstGeom>
        </p:spPr>
      </p:pic>
      <p:sp>
        <p:nvSpPr>
          <p:cNvPr id="18" name="FAQ"/>
          <p:cNvSpPr/>
          <p:nvPr/>
        </p:nvSpPr>
        <p:spPr>
          <a:xfrm>
            <a:off x="5047488" y="2029968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9" name="FAQ Inhalt"/>
          <p:cNvSpPr txBox="1"/>
          <p:nvPr/>
        </p:nvSpPr>
        <p:spPr>
          <a:xfrm>
            <a:off x="5157216" y="2103120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Where does the vehicle data in the application come from?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Depending on the entry point, from OTR, VERSO/VOM or MIC; Vans master data from CEPRO (19.4 to 19.8).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What does VEGA do?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VEGA maintains contract, coverage and claim for claiming services (19.9).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When is DATIX used?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Only for the documented manual handover when no automated path exists (19.17).</a:t>
            </a:r>
            <a:endParaRPr lang="en-US" sz="900" dirty="0"/>
          </a:p>
        </p:txBody>
      </p:sp>
      <p:sp>
        <p:nvSpPr>
          <p:cNvPr id="20" name="Important links and contacts"/>
          <p:cNvSpPr/>
          <p:nvPr/>
        </p:nvSpPr>
        <p:spPr>
          <a:xfrm>
            <a:off x="5047488" y="3538728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1" name="Kartentitel"/>
          <p:cNvSpPr txBox="1"/>
          <p:nvPr/>
        </p:nvSpPr>
        <p:spPr>
          <a:xfrm>
            <a:off x="5157216" y="361188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2" name="Karteninhalt"/>
          <p:cNvSpPr txBox="1"/>
          <p:nvPr/>
        </p:nvSpPr>
        <p:spPr>
          <a:xfrm>
            <a:off x="5157216" y="3886200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Architecture register and open evidence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Chapter 19.23.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Interface operation and error handling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Chapter 19.22.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(Chapters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IT Architecture</dc:title>
  <dc:subject>PptxGenJS Presentation</dc:subject>
  <dc:creator>oneSCM Quick Guide</dc:creator>
  <cp:lastModifiedBy>oneSCM Quick Guide</cp:lastModifiedBy>
  <cp:revision>1</cp:revision>
  <dcterms:created xsi:type="dcterms:W3CDTF">2026-10-11T16:25:29Z</dcterms:created>
  <dcterms:modified xsi:type="dcterms:W3CDTF">2026-10-11T16:25:29Z</dcterms:modified>
</cp:coreProperties>
</file>