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Country-Specific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 per country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20.1 to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Profile and products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Processing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 per country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 and quality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your country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against Chapter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and their maintenance by the Market (Chapter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Undocumented country deviations are not permitted.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case of doubt, the Blueprint applies; deviations are added to the register via Market and HQ.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the country-specific rules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(20.4), e.g. language variants and permitted signature types.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go-live and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your country (20.5, Chapters 17 and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every deviation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only documented deviations apply.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Country-Specific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country profile and deviation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approve deviations (Chapter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apply local rules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Own country and market are known (Chapter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country deviation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Blueprint (Chapter 15.2)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Country profile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Local roles and access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Local product and payment rules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checked in the register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each deviation, the register contains reason, approval and validity.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types and document languages may differ per country (Chapters 7.4 to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with market reference are listed in Chapter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my Quick Guide apply in every country?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standard process does; country-specific deviations are in the country profile and register (20.1 and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enters deviations?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requests, HQ approves (15.3 and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signature types exist in my country?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See Chapter 20.4 and the country profile.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Country-Specific Topics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