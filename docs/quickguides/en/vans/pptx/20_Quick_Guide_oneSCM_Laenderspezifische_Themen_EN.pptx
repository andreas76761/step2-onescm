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Country-Specific Topics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and market profile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know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roles and access variants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products, prices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payment, documents and signature per country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country-specific go-live and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20.1 to 20.6).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20.1 – 20.3 Profile and products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and market profile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roles and access variants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products, prices and campaigns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20.4 – 20.6 Processing and quality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Payment, documents and signature per country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Country-specific go-live and migration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 and quality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2394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and market profile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your country (20.1).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roles and access variants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(20.2) against Chapter 2.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products, prices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(20.3) and their maintenance by the Market (Chapter 14).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46557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46557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4655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Undocumented country deviations are not permitted.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case of doubt, the Blueprint applies; deviations are added to the register via Market and HQ.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05079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Apply the country-specific rules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payment, documents and signature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(20.4), e.g. language variants and permitted signature types.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go-live and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your country (20.5, Chapters 17 and 18).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every deviation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(20.6); only documented deviations apply.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Country-Specific Topics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country profile and deviation register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approve deviations (Chapter 15.3)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apply local rules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Own country and market are known (Chapter 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country deviation register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of the Blueprint (Chapter 15.2)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Country profile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Local roles and access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Local product and payment rules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Deviations checked in the register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each deviation, the register contains reason, approval and validity.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types and document languages may differ per country (Chapters 7.4 to 7.6).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Known errors with market reference are listed in Chapter 23.2.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Does my Quick Guide apply in every country?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standard process does; country-specific deviations are in the country profile and register (20.1 and 20.6).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enters deviations?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Market requests, HQ approves (15.3 and 20.6).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signature types exist in my country?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See Chapter 20.4 and the country profile.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08483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20.6.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Country-Specific Topics</dc:title>
  <dc:subject>PptxGenJS Presentation</dc:subject>
  <dc:creator>oneSCM Quick Guide</dc:creator>
  <cp:lastModifiedBy>oneSCM Quick Guide</cp:lastModifiedBy>
  <cp:revision>1</cp:revision>
  <dcterms:created xsi:type="dcterms:W3CDTF">2026-10-11T16:25:29Z</dcterms:created>
  <dcterms:modified xsi:type="dcterms:W3CDTF">2026-10-11T16:25:29Z</dcterms:modified>
</cp:coreProperties>
</file>