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Division-Specific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distinction Cars/Vans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 and identifiers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 and price parameters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activation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 and financial consequences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planning, tests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21.1 to 21.6).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21.1 – 21.3 Profile and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 and distinction Cars/Vans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data and identifiers per division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 and price parameters per division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21.4 – 21.6 Process and planning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activation per division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 and financial consequences per division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planning, tests and approvals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distinction Cars/Vans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identifiers per division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Cars: order data from GO (Chapter 19.2)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Vans: order data from AFAB, master data from CEPRO, model series clustering (Chapters 19.3, 19.4, 14.11)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division's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 and price parameters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82219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82219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82219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 and Vans contracts use different order systems and identifiers.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wrong division context leads to wrong products and prices; check the context before the quote.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544568"/>
            <a:ext cx="4645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activation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according to the division rules (21.4).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 and financial consequences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division (21.5).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planning, tests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the responsibility of Market and HQ (21.6).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Division-Specific Topics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entry in the correct division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products and prices per division (Chapter 14.11)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division planning and approvals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for the respective division enabled (e.g. oneSCM.DealerVAN)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context is set (Chapter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identifiers of the division known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Division context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Identifier of the division used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Product of the division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Division rules for signature and activation observed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template for this Quick Guide is the Vans example "Application creation and management".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 model series are clustered into vehicle groups (Chapter 14.11).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Cross-division special cases in Chapter 12.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create Cars contracts with the Vans role?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this requires the Cars role and the matching context (Chapter 2.2).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do the entry points differ?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Because Cars and Vans have different order and master data systems (21.2 and 19).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are the division tests?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Chapter 21.6 and in the test data catalog (Appendix I.3).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profile Cars/Vans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21.1.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Division-Specific Topics</dc:title>
  <dc:subject>PptxGenJS Presentation</dc:subject>
  <dc:creator>oneSCM Quick Guide</dc:creator>
  <cp:lastModifiedBy>oneSCM Quick Guide</cp:lastModifiedBy>
  <cp:revision>1</cp:revision>
  <dcterms:created xsi:type="dcterms:W3CDTF">2026-10-11T16:05:15Z</dcterms:created>
  <dcterms:modified xsi:type="dcterms:W3CDTF">2026-10-11T16:05:15Z</dcterms:modified>
</cp:coreProperties>
</file>