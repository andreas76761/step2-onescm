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Division-Specific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distinction Cars/Vans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 and identifiers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 and price parameters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activation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 and financial consequences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planning, tests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21.1 to 21.6).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Profile and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 and distinction Cars/Vans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 and identifiers per division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 and price parameters per division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Process and planning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activation per division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 and financial consequences per division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planning, tests and approvals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distinction Cars/Vans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identifiers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Cars: order data from GO (Chapter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Vans: order data from AFAB, master data from CEPRO, model series clustering (Chapters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division's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 and price parameters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82219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82219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82219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 and Vans contracts use different order systems and identifiers.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wrong division context leads to wrong products and prices; check the context before the quote.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544568"/>
            <a:ext cx="46451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activation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according to the division rules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 and financial consequences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division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planning, tests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the responsibility of Market and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Division-Specific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entry in the correct division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products and prices per division (Chapter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division planning and approvals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for the respective division enabled (e.g.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context is set (Chapter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identifiers of the division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Division context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Identifier of the division used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Product of the division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Division rules for signature and activation observed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template for this Quick Guide is the Vans example "Application creation and management".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BM6 flow for Vans offers all sales designations matching model series and engine type; model series with seven and eight digits are accepted (21.2).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Cross-division special cases in Chapter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create Cars contracts with the Vans role?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this requires the Cars role and the matching context (Chapter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do the entry points differ?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Because Cars and Vans have different order and master data systems (21.2 and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are the division 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Chapter 21.6 and in the test data catalog (Appendix I.3).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 Cars/Vans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Division-Specific Topics</dc:title>
  <dc:subject>PptxGenJS Presentation</dc:subject>
  <dc:creator>oneSCM Quick Guide</dc:creator>
  <cp:lastModifiedBy>oneSCM Quick Guide</cp:lastModifiedBy>
  <cp:revision>1</cp:revision>
  <dcterms:created xsi:type="dcterms:W3CDTF">2026-10-11T16:25:29Z</dcterms:created>
  <dcterms:modified xsi:type="dcterms:W3CDTF">2026-10-11T16:25:29Z</dcterms:modified>
</cp:coreProperties>
</file>