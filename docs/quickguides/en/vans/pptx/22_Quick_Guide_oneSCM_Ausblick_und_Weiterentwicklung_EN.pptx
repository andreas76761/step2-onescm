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Outlook and Further Development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22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You know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confirmed functional baseline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planned enhancements and open requirements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impact on training and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as well as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release information and change overview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(Chapter 22.1 to 22.4).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2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References to handbook chapters and systems are highlighted; e-mail addresses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Topics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22.1 – 22.2 Baseline and planning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Confirmed functional baseline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Planned enhancements and open requirements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22.3 – 22.4 Impact and release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Impact on training and handbook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Release information and change overview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2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3941064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22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Check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confirmed functional baseline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(22.1): only documented and tested functions count as productive (Chapter 16.4).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Read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planned enhancements and open requirements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(22.2); they are not part of the current process.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2862072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2862072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2862072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Planned functions must not be trained or promised to customers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before they are confirmed as the productive functional baseline.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447288"/>
            <a:ext cx="46451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Assess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impact on training and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(22.3) and plan updates to the Quick Guides.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Follow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release information and change overview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(22.4) and align the version in the footer of the guides.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Outlook and Further Development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Chapter 22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HQ/Project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release planning and change overview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assessment of the impact on training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All roles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knowledge of the valid functional baseline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Current handbook version and release status known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Access to release information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Clarification register for open requirements (Appendix F)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Functional baseline checked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Open requirements known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Training needs assessed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Release changes read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316736"/>
          </a:xfrm>
          <a:prstGeom prst="roundRect">
            <a:avLst>
              <a:gd name="adj" fmla="val 694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Every change has a ticket reference (Chapter 16.6).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system does not convert kilometers to miles, performs no ISP code check and adds the chassis number for deal or order IDs only via the system handover (22.2).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version of each Quick Guide is shown in the footer.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399032"/>
          </a:xfrm>
          <a:prstGeom prst="roundRect">
            <a:avLst>
              <a:gd name="adj" fmla="val 653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How do I know whether a function is productive?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From the confirmed functional baseline (22.1) and the test evidence (16.4).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How often are the Quick Guides updated?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With every release that changes process steps (22.3 and 22.4).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Where do I report a new requirement?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Via the clarification register and the Market to HQ (22.2 and 16.7).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221992"/>
            <a:ext cx="4663440" cy="1636776"/>
          </a:xfrm>
          <a:prstGeom prst="roundRect">
            <a:avLst>
              <a:gd name="adj" fmla="val 5587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29514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569464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Release information and change overview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Chapter 22.4.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FAQ and troubleshooting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Chapter 23 with questions per process phase and known errors per market and release.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Report a support case with reference number, market, division and screenshot (Chapters 23.4 and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Outlook and Further Development</dc:title>
  <dc:subject>PptxGenJS Presentation</dc:subject>
  <dc:creator>oneSCM Quick Guide</dc:creator>
  <cp:lastModifiedBy>oneSCM Quick Guide</cp:lastModifiedBy>
  <cp:revision>1</cp:revision>
  <dcterms:created xsi:type="dcterms:W3CDTF">2026-10-11T16:25:29Z</dcterms:created>
  <dcterms:modified xsi:type="dcterms:W3CDTF">2026-10-11T16:25:29Z</dcterms:modified>
</cp:coreProperties>
</file>