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A.1: Glossary and Abbreviations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A.1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explains the terms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abbreviations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the oneSCM handbook consistently, from ALICE to ZB II. This guide shows how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cite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glossary and submit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additions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 groups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Roles: Dealer, MO, Market, HQ, KAM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Transactions: price information, quote, application, contract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Identifiers: VIN, OTR deal ID, VerSO order ID, model series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Systems and documents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Systems: ALICE, OTR, VEGA, oneERP, NEMESIS, MPay, DATIX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Documents: ZB I, ZB II, SEPA mandate, price information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Status: application, signature, contract, invoice, payment status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A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3367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A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Look up the term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entries are sorted alphabetically and name the chapter in which the term is introduced.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Distinguish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abbreviation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(e.g. MO) from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long form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 Operation); the handbook gives the long form at first occurrence.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 groups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(roles, transactions, identifiers, systems, documents, status) to find related terms.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term "contract holder" is not the same as "payer" or "user".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Roles on the contract are defined separately (Chapter 4.4); use the glossary terms exactly.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glossary terms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tickets, comments and training, not local paraphrases.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a term is missing or a definition is contradictory, enter it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(Appendix F, Chapter 16.7).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A.1: Glossary and Abbreviations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A.1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look up terms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and approve glossary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local terms and language variants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Handbook or online help open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 or abbreviation from the process context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Additions via the clarification register (Appendix F)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Term found in glossary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Long form and abbreviation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Chapter reference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Missing term reported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glossary is part of the export and the online help (Chapter 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Language variants of the terms are documented per market (Chapter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 abbreviations are explained in the profiles in Chapter 19.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I find the meaning of "MO"?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glossary under M: Market Operation, the role for business review and activation (Chapter 9).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May I use my own abbreviations?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tickets and comments, please use glossary terms only; propose new terms via the clarification register.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Is the glossary also available in English?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Language variants depend on the market (Chapter 20); see the note in the glossary.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A with terms and abbreviations.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 and 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F.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A.1: Glossary and Abbreviations</dc:title>
  <dc:subject>PptxGenJS Presentation</dc:subject>
  <dc:creator>oneSCM Quick Guide</dc:creator>
  <cp:lastModifiedBy>oneSCM Quick Guide</cp:lastModifiedBy>
  <cp:revision>1</cp:revision>
  <dcterms:created xsi:type="dcterms:W3CDTF">2026-10-11T16:25:30Z</dcterms:created>
  <dcterms:modified xsi:type="dcterms:W3CDTF">2026-10-11T16:25:30Z</dcterms:modified>
</cp:coreProperties>
</file>