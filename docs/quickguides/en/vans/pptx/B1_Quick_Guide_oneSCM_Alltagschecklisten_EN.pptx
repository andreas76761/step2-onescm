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B.1: Everyday Checklists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B.1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everyday checklists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summarize, per process phase, the check items that must be met before the next step: from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quote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through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and signature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Contents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process checklists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quote (Chapters 4 and 5)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saving the application (Chapter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signature (Chapter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the activation check (Chapters 8 and 9)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Operation and maintenance checklists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contract changes (Chapter 10)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handover to Finance (Chapter 11)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publishing product and price (Chapter 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 approvals at HQ level (Chapter 15)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B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611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B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 of the process phase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your transaction is in (process map, Chapter 3.4).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 through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items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order; each item refers to the chapter with the description.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 open items and clarify them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before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next step, not afterwards.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completed checklist does not replace the system check.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Validation rules (Chapter 6.4) and MO Checks (Chapter 9) apply regardless of the checklist.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For MO reviews, document the checklist result 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9.3).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If a check item is missing, report it via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clarification 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(Appendix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Appendix B.1: Everyday Checklists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Appendix B.1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checklists before quote, application and signature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 checklist before approval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checklists before publication and approval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Relevant process chapter is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 or transaction at hand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 in the current handbook version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Appropriate checklist selected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 check items worked through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Open items clarified before the next step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Missing check items reported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checklists correspond to the "Checklist before completion" sections in the chapters' Quick Guides.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Checklists are supplemented with local items per market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 for the checklists are in Appendix I.1.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 checklists binding?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They are working aids; the binding rules are the process rules of the chapters and the system checks.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Are the checklists available for printing?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Appendix B.1 is included as a print version in the handbook export (Chapter 16.5).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are checklists updated?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each release via the change overview (Chapter 22.4).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Everyday checklists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B.1.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Practical examples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I.1.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Appendix B.1: Everyday Checklists</dc:title>
  <dc:subject>PptxGenJS Presentation</dc:subject>
  <dc:creator>oneSCM Quick Guide</dc:creator>
  <cp:lastModifiedBy>oneSCM Quick Guide</cp:lastModifiedBy>
  <cp:revision>1</cp:revision>
  <dcterms:created xsi:type="dcterms:W3CDTF">2026-10-11T16:05:16Z</dcterms:created>
  <dcterms:modified xsi:type="dcterms:W3CDTF">2026-10-11T16:05:16Z</dcterms:modified>
</cp:coreProperties>
</file>