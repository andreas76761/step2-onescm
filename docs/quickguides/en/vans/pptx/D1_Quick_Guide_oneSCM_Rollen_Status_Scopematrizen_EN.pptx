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D.1: Role/Status/Scope Matrices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D.1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34440"/>
          </a:xfrm>
          <a:prstGeom prst="roundRect">
            <a:avLst>
              <a:gd name="adj" fmla="val 740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matrices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show which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may perform which action, which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transitions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are permitted and which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(market, division, dealership) applies to visibility and editing.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0574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4963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77063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Matrices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 matrix: action per role (Dealer, MO, Market, HQ)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matrix: permitted transitions per object (application, signature, contract)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 matrix: visibility per market, division and dealership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77063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an action: May my role do this?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status questions: Which transition is possible?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visibility is missing: Does the scope match?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D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8795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 matrix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whether your role may perform the desired action.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matrix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which transition is permitted from which status (Chapter 8.2).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 matrix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whether market, division and dealership of the transaction match your access (Chapter 2.4).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matrices are the binding reference for authorizations and status transitions.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 transition visible in the system but not documented must be reported, not used.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a permission is missing, request the role via ALICE (Chapter 2.3); if a transition is missing, a new contract or support is required.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 deviations between matrix and system via the clarification register (Appendix F).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D.1: Role/Status/Scope Matrices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D.1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look up own permissions and status transitions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status matrix for reviews and changes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matrices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 and scope of own access known (Chapter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Current status of the transaction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Matrix in current version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Role may perform the action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Status transition is permitted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Scope matches the transaction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Deviation reported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Application, signature and contract status are separate matrices (Chapter 3.8).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Scope restrictions explain why transactions are missing from the search (Chapter 3.2).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matrices are the basis of role training (Chapter 17).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Why can't I activate an application?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Activation is reserved for the MO or the system; see role matrix and Chapter 8.4.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transitions exist from "rejected"?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Resubmission after correction (Chapter 8.7); see status matrix.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Why can't I see contracts of another dealership?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scope limits visibility to your dealership and market.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Role/status/scope matrices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D.1.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ALICE – authorization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19.16.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D.1: Role/Status/Scope Matrices</dc:title>
  <dc:subject>PptxGenJS Presentation</dc:subject>
  <dc:creator>oneSCM Quick Guide</dc:creator>
  <cp:lastModifiedBy>oneSCM Quick Guide</cp:lastModifiedBy>
  <cp:revision>1</cp:revision>
  <dcterms:created xsi:type="dcterms:W3CDTF">2026-10-11T16:05:16Z</dcterms:created>
  <dcterms:modified xsi:type="dcterms:W3CDTF">2026-10-11T16:05:16Z</dcterms:modified>
</cp:coreProperties>
</file>