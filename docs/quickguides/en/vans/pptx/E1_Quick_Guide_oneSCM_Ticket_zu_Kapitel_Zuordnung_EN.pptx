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Appendix E.1: Ticket-to-Chapter Mapping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Appendix E.1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280160"/>
          </a:xfrm>
          <a:prstGeom prst="roundRect">
            <a:avLst>
              <a:gd name="adj" fmla="val 714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ticket-to-chapter mapping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links requirements, errors and clarifications (tickets) to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handbook chapters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they affect. This lets you find the chapter for a ticket and the open tickets for a chapter.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E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10312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References to handbook chapters and systems are highlighted; e-mail addresses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54203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Contents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816352"/>
            <a:ext cx="22402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Mapping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Ticket → chapter: Which chapters does the ticket change?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 → tickets: Which tickets are open?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Status: open, in progress, implemented, rejected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816352"/>
            <a:ext cx="22402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Benefit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Release preparation (Chapter 22)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Known errors per market and release (Chapter 23.2)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Evidence of sources (Chapter 16.6)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E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233672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E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Find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ticket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the mapping table; the row names chapter, status and release.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Conversely: find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check which tickets are open or in progress.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Read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status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Only implemented tickets are part of the functional baseline (Chapter 22.1).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054096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05409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05409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 open ticket does not change the valid process.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Until implementation and documentation, the current version of the handbook chapter applies.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639312"/>
            <a:ext cx="464515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For a new ticket, state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affected chapter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so that the mapping remains complete.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Before training sessions, check the chapter's open tickets (Chapter 22.3).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Appendix E.1: Ticket-to-Chapter Mapping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Appendix E.1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Editorial team/HQ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maintain mapping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assign tickets to the chapter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All roles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look up ticket status for a topic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Ticket number or chapter known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Access to the ticket system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Version control per Chapter 16.6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Ticket assigned to chapter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Status checked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Release known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Open tickets checked before training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014984"/>
          </a:xfrm>
          <a:prstGeom prst="roundRect">
            <a:avLst>
              <a:gd name="adj" fmla="val 900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mapping is the basis of the change overview (Chapter 22.4).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Market-related tickets are also listed in Chapter 23.2.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Ticket references belong in the clarification register (Appendix F).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Where do I find all tickets for Chapter 7?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the mapping, filtered by chapter; status and release are given per row.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Who maintains the mapping?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Editorial team and HQ as part of version control (Chapter 16.6).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How do I report a new ticket?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Via the support path (Chapter 23.5), stating the chapter.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22199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Ticket-to-chapter mapping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Appendix E.1.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Release information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Chapter 22.4.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Report a support case with reference number, market, division and screenshot (Chapters 23.4 and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Appendix E.1: Ticket-to-Chapter Mapping</dc:title>
  <dc:subject>PptxGenJS Presentation</dc:subject>
  <dc:creator>oneSCM Quick Guide</dc:creator>
  <cp:lastModifiedBy>oneSCM Quick Guide</cp:lastModifiedBy>
  <cp:revision>1</cp:revision>
  <dcterms:created xsi:type="dcterms:W3CDTF">2026-10-11T16:25:30Z</dcterms:created>
  <dcterms:modified xsi:type="dcterms:W3CDTF">2026-10-11T16:25:30Z</dcterms:modified>
</cp:coreProperties>
</file>