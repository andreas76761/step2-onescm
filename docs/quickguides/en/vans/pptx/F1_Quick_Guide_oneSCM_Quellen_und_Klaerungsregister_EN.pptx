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F.1: Sources and Clarification 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F.1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substantiates every handbook statement;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collects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contradictions, gaps and open questions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status and owners.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both and create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type: system documentation, ticket, business decision, test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status: confirmed, open, contradictory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reference (Chapter 16.6)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Entry: chapter, statement, contradiction or gap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open, under clarification, decided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Responsible role and due date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09651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statement,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source index and its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you find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create an entry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chapter, statement, observation, source.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entry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responsible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(Market, HQ, MO) and set the status to "open".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change to the handbook without a source.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Statements without confirmed evidence are marked as open and must not be used in training (Chapter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the result is adopted into the chapter and the source is updated.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releases, check the chapter's open entries (Chapter 22).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F.1: Sources and Clarification 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F.1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 contradictions and gaps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keep register, maintain sources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decide clarifications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and statement concerned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or ticket reference, if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register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Source and evidence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Entry created in full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Responsible role set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adopted into chapter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register is required reading before releases and training.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protection: no personal data in entries (Chapter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link the register and the mapping (Appendix E).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a source and a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source substantiates a statement; the ticket describes a change or an error. Both are referenced.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decides a clarification?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responsible role; for Blueprint questions, HQ (Chapter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entry stay open?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the decision; open entries are reviewed before each release.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F.1: Sources and Clarification Register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