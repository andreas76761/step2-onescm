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G.1: Figure Index and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G.1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index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lists all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screenshots and graphics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handbook with chapter, system, release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This guide shows how figures are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found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newly captured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Index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number, title, chapter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and screen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and capture date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environment or production system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Anonymized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by business department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82219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G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Find the figure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index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number or chapter.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and 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 figure from an older release may differ from the current screen.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environment, anonymized data, approval.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Screenshots with real customer, vehicle or bank data must not go into the handbook.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Use the test data catalog and redact any remaining data (Chapter 16.1).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new figure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capture the screen with test data (Appendix I.3), assign chapter and release, obtain approval.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Replace outdated figures and update the index (Chapter 16.6).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G.1: Figure Index and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G.1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assign figures to a chapter and release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figure index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supply local figure variants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number or chapter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the figure refers to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Safe sample data in the figure (Chapter 16.1)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Figure found and release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Evidence complete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Data anonymized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Index updated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Quick Guides contain process images; screenshots follow from the figure index.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Figures may differ per market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index is part of the export (Chapter 16.5).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the images in the Quick Guides come from?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Currently they are drawn process images; screenshots are added from the figure index.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I use a screenshot from the production system?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with test data or fully anonymized and with approval (Chapter 16.1).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report an outdated figure?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with figure number and release (Appendix F).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index and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G.1.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G.1: Figure Index and Evidence</dc:title>
  <dc:subject>PptxGenJS Presentation</dc:subject>
  <dc:creator>oneSCM Quick Guide</dc:creator>
  <cp:lastModifiedBy>oneSCM Quick Guide</cp:lastModifiedBy>
  <cp:revision>1</cp:revision>
  <dcterms:created xsi:type="dcterms:W3CDTF">2026-10-11T16:05:16Z</dcterms:created>
  <dcterms:modified xsi:type="dcterms:W3CDTF">2026-10-11T16:05:16Z</dcterms:modified>
</cp:coreProperties>
</file>