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I.1: Practical Examples along the Contract Process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walk through end-to-end cases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termination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business customer with collective invoice, private customer with e-signature, KAM-managed key account with special case, tyre contract.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examples and use them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I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1: Business customer, collective invoice, signature by e-mail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2: Private customer, e-signature via QR code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3: KAM-managed key account with special case request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4: Tyre contract (Chapter 13)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End-to-end phases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Quote and application (Chapters 5 and 6)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and signature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Review and activation (Chapters 8 and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 and termination (Chapter 10)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I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7000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I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that matches your role and customer group.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Carry out the steps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the specified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I.3).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At each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checkpoint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compare your status with the status documented in the example.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Run practical examples only in the training or test system.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production system, real applications are created and reviewed by Customer Management.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case of deviations, check the chapter and clarification register; report new deviations (Appendix F).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examples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checks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H) and calculation examples (Appendix I.2).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I.1: Practical Examples along the Contract Process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I.1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examples for quote, application, signature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examples for review and rejection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examples as practice cases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environment or training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from Appendix I.3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Chapters 4 to 10 read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Appropriate example selected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Run with test data in the training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compared at checkpoints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Deviations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Example 1 corresponds to the case in the Vans template "Application creation and management".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Division differences are marked in the examples (Chapter 21).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Checkpoints correspond to the checklists in Appendix B.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example suits Vans dealers?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Example 1 (business customer) and Example 2 (private customer), both with Vans identifiers.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Are there examples of rejections?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Example 3 contains a special case request with rejection and resubmission.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does the test data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test data catalog in Appendix I.3.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Practical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Calculation examples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I.1: Practical Examples along the Contract Process</dc:title>
  <dc:subject>PptxGenJS Presentation</dc:subject>
  <dc:creator>oneSCM Quick Guide</dc:creator>
  <cp:lastModifiedBy>oneSCM Quick Guide</cp:lastModifiedBy>
  <cp:revision>1</cp:revision>
  <dcterms:created xsi:type="dcterms:W3CDTF">2026-10-11T16:25:30Z</dcterms:created>
  <dcterms:modified xsi:type="dcterms:W3CDTF">2026-10-11T16:25:30Z</dcterms:modified>
</cp:coreProperties>
</file>