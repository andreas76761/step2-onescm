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I.2: Calculation Examples and Finance Reference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payment interval, term and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affect the payment plan,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discounts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take effect. This guide explains the examples step by step.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plan: one-off versus monthly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and mileage: effect on the price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and dealer discount in the quote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Early termination: final settlement and refund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(Chapter 11.1)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 and Cost Unit Split (Chapter 14.14)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Posting in NEMESIS, payment via MPay (Chapter 19)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40740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example's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input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term, mileage, payment interval.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total price, number and amount of installments, due dates.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or discount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effect on the payment plan.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calculation examples use sample prices.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the market's price version and the price information from oneSCM are binding.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Recalculate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early termination: used share, refund, correction (Chapter 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Compare your result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from the system (Chapter 5.6).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I.2: Calculation Examples and Finance Reference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explain payment plan and price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final settlement and corrections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price components and factors (Chapters 14.9, 14.14)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and configuration of the sample contract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price version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11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Input data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plan recalculated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Discount effect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Final settlement followed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"one-off" (Chapter 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Refunds are handled by the Finance department (Chapter 11.6).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Factor limits and clusters are described in Chapter 14.9.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does my result differ from the price information?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Check price version, campaign conditions and rounding rules; in case of doubt, the system applies.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is the refund calculated?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 rata by term and mileage per Chapter 11.6; the example shows the steps.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example apply to Cars and Vans?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calculation logic does; prices differ per division (Chapter 21.3).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and finance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Invoice, payment, costs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I.2: Calculation Examples and Finance Reference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