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T6-7: From Saved Application to Payment Data and Signature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transition module T6-7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module links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6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(application saved, reference number available) with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7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(payment data, documents, signature). You check what must be in place at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transition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avoid the typical breaks between application and signature.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T06-0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Transition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Starting point (Chapter 6)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 saved, status "entered"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Customer, vehicle, product assigned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Special approval identified or not required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Target (Chapter 7)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 method, interval, payer and invoice recipient entered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SEPA mandate and documents generated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Signature obtained, status checked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T06-0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10565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T06-0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Open the saved application via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 number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8.1) and check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 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Make sure the application is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complete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an application with open validation cannot proceed to signature.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Switch to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data check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activate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collective invoice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if required (Chapters 6 and 7.2).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73989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73989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73989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After "Create application", product, term and mileage can no longer be changed.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Errors from Chapter 6 cannot be corrected in the transition; they require a new contract.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462272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Enter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 method, interval and bank details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(Chapters 7.1 to 7.3).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Generate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 preview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click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mark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to sign (Chapter 7.4).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Select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signature type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check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signature 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(Chapters 7.5 to 7.8).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T6-7: From Saved Application to Payment Data and Signature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transition module T6-7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carry out the transition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provide payment data and sign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reads signature status during review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 saved, reference number noted (Chapter 6.7)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 red validation messages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e-mail and mobile number in customer master data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Application status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Validation without red messages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Payment data entered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Signature route selected and status checked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payment interval can later only be changed to "one-time".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With special approvals, activation waits for the MO Check; the signature can still be obtained.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Missing customer contact data block e-mail and SMS signature.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I pause between saving and signature?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Yes, the application remains accessible under its reference number in Application Management.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if the customer wants to change the payment method?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Change it before signature in Chapter 7.1; after signature, a new signature is required (Chapter 7.7).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Does the payer have to sign?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payer signs the SEPA mandate; the contract holder signs the contract (Chapter 7.2).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6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Create service contract and complete application.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7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Payment data, documents and signature.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T6-7: From Saved Application to Payment Data and Signature</dc:title>
  <dc:subject>PptxGenJS Presentation</dc:subject>
  <dc:creator>oneSCM Quick Guide</dc:creator>
  <cp:lastModifiedBy>oneSCM Quick Guide</cp:lastModifiedBy>
  <cp:revision>1</cp:revision>
  <dcterms:created xsi:type="dcterms:W3CDTF">2026-10-11T16:05:16Z</dcterms:created>
  <dcterms:modified xsi:type="dcterms:W3CDTF">2026-10-11T16:05:16Z</dcterms:modified>
</cp:coreProperties>
</file>