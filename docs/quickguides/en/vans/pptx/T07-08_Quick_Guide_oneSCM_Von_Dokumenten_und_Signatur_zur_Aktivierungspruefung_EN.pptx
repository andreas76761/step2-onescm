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From Documents and Signature to Activation Check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T7-8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module links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(signature and documents available)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(track and activate application). You make sure that all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activation prerequisites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are met before Customer Management reviews.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T07-0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Transition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Starting point (Chapter 7)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obtained digitally or manually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Documents filed in the system or uploaded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Payment data complete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Target (Chapter 8)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 and license plate added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II uploaded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fully submitted, activation done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T07-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T07-08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and document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7.8 and 8.1).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Update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action via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…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and add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 date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license plate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8.3).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 the "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Communication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" tab, upload the copy of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ZB I/ZB II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and, for the print variant, the signed document.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Without first registration, license plate and ZB II, no activation takes place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even if the application is signed. The upload is not a mandatory field in the system.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46227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Make sure that no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special approval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is blocking activation (Chapters 6.5 and 9).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application status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until activation and respond to queries from Customer Management (Chapters 8.6 and 8.7).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T7-8: From Documents and Signature to Activation Check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transition module T7-8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complete data and documents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Management/MO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and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System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automatic activation when complete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Signature status "signed" (Chapter 7.8)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document and SEPA mandate filed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registration, license plate and ZB II available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Signature and document status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First registration and license plate added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ZB II uploaded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No open special approval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With e-signature and e-mail signature, the contract documents are filed automatically; with print, they must be uploaded.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Incorrect applications are rejected; the customer is informed.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limit of 12 months or 50,000 km after first registration applies (Chapter 23.1).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customer has signed, but the application is not active. Why?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Usually first registration, license plate or ZB II is missing; see Chapter 8.3.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submit the ZB II later?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at any time via Application Management › Reference number › Communication.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Who activates the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system if data are complete, otherwise Customer Management after review (Chapter 8.5).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7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Payment data, documents and signature.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Chapter 8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Track and activate application.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T7-8: From Documents and Signature to Activation Check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