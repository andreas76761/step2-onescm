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T8-9: Overall Process and MO Role Deep Dive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transition module T8-9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module links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 view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of the application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8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 with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 view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of the functional review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9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). You understand what the MO reviews, how feedback reaches the dealer and how both roles complete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overall process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together.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T08-0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Transition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 view (Chapter 8)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Track application and read status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Add missing data and documents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Rejection and resubmission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 view (Chapter 9)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 Check work list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criteria, check status, reasons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Approve, reject, hand over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T08-0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396849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T08-0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Place the application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overall process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submitted → under review → approved/rejected → active (Appendix D).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MO, open the application from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work list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check it against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criteria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(Chapters 9.2 and 9.4).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dealer, read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reasons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communication (Chapters 8.2 and 9.3).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19125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19125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19125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 and MO communicate via the application, not via private channels.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Reasons and queries belong in the application's communication so they remain traceable.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91363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rejection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the dealer corrects and resubmits; the MO reviews again (Chapters 8.7 and 9.5).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After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approval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activation takes place; both roles check the result (Chapters 8.6 and 9.6).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T8-9: Overall Process and MO Role Deep Dive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transition module T8-9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submit complete application, answer queries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review, approval, rejection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activation and customer information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 fully submitted (Chapter 8)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 role and check criteria known (Chapter 9.1)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Communication channel between dealer and MO clarified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Application status in overall process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Check criteria clear to both roles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Feedback documented via the application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Result checked by both roles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Rejections always require a comment (Chapter 9).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Special approvals from Chapter 12 go through the same MO Check.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Review profiles give the MO the overview (Chapter 9.8).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does the dealer learn the review result?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Via status and communication in Application Management (Chapter 8.2).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the MO correct data directly?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MO reviews; corrections to the application are made by the dealer (Chapter 9.5).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long does an MO Check take?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Depends on completeness and work list; complete applications are processed first.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344168"/>
          </a:xfrm>
          <a:prstGeom prst="roundRect">
            <a:avLst>
              <a:gd name="adj" fmla="val 680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8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Track and activate application.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9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MO Checks and functional reviews.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Role/status/scope matrices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D.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T8-9: Overall Process and MO Role Deep Dive</dc:title>
  <dc:subject>PptxGenJS Presentation</dc:subject>
  <dc:creator>oneSCM Quick Guide</dc:creator>
  <cp:lastModifiedBy>oneSCM Quick Guide</cp:lastModifiedBy>
  <cp:revision>1</cp:revision>
  <dcterms:created xsi:type="dcterms:W3CDTF">2026-10-11T16:05:16Z</dcterms:created>
  <dcterms:modified xsi:type="dcterms:W3CDTF">2026-10-11T16:05:16Z</dcterms:modified>
</cp:coreProperties>
</file>