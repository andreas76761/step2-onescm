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From Review Result to Ongoing Contract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T9-10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result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approved and activated)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ongoing contract administration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You know which data are locked upon activation, what remains changeable in day-to-day work and when changes are re-reviewed.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9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Starting point (Chapter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completed, contract active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 and reasons in the history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 to support if disputed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(Chapter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contract and check details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 permitted changes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Have changes re-reviewed (Chapter 9.7)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9-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9-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activation,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10.1 and 11.1).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locked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term, mileage, payment interval (can only be changed to "one-time").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day-to-day work,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permitted actions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and payment data, change of payer, suspension, follow-up quote (Chapters 10.2 to 10.5).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 starts the payment plan and the service entitlement.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Changes to product or term are only possible via a new contract; terminations have financial consequences (Chapters 10.6 and 11.6).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requiring review go back into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9.7).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every change traceably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10.8).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From Review Result to Ongoing Contract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T9-10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complete review, review changes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administer contract day to day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payment plan and consequences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status "active" (Chapter 8.6)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result documented (Chapter 9.3)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Responsibilities for changes known (Chapter 10)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details and payment plan checked after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Locked data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Permitted changes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requiring review passed to MO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review history from Chapter 9 remains visible on the contract.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T6-7 describes the start, this module the end of the application process.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on active contracts in Chapter 11.7.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the MO revoke an active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after activation the rules in Chapter 10.6 for cancellation and termination apply.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changes trigger an MO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Change of payer, contract transfer and special conditions (Chapters 9.7 and 10.3).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see the review result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change history of the contract (Chapter 10.8).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and functional reviews.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Administer contracts day to day.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T9-10: From Review Result to Ongoing Contract Administration</dc:title>
  <dc:subject>PptxGenJS Presentation</dc:subject>
  <dc:creator>oneSCM Quick Guide</dc:creator>
  <cp:lastModifiedBy>oneSCM Quick Guide</cp:lastModifiedBy>
  <cp:revision>1</cp:revision>
  <dcterms:created xsi:type="dcterms:W3CDTF">2026-10-11T16:25:31Z</dcterms:created>
  <dcterms:modified xsi:type="dcterms:W3CDTF">2026-10-11T16:25:31Z</dcterms:modified>
</cp:coreProperties>
</file>