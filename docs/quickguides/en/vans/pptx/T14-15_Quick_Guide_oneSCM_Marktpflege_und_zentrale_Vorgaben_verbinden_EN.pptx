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T14-15: Linking Market Maintenance and Central Requirements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T14-15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module links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maintenance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with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central requirements of 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). You know which maintenance decisions the market makes alone, which need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approval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how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are requested.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T14-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Transition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decides (Chapter 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Market-specific settings and templates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versions, campaigns, discounts within the Blueprint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 and publication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decides (Chapter 15)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and global standards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 matching, coverage codes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T14-1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428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T14-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Classify the planned change: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within the Blueprint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 decides)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deviation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(HQ approval required).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Prepare the change 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secure test evidence (Chapters 14.12, 16.4).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Request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HQ with justification (Chapter 15.3) and enter it in the register (Chapter 20.6).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 publication of a deviation before HQ approval.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Unapproved deviations count as a Blueprint violation and are withdrawn.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Await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approval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before publishing (Chapters 14.7 and 15.4).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and dealers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about effective changes (Chapter 15.5).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T14-15: Linking Market Maintenance and Central Requirements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T14-15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maintenance and request for deviation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Blueprint, approval, central master data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feedback from review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role with maintenance rights (Chapter 14.1)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and country deviation register known (Chapters 15.2, 20.6)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 workflow clarified (Chapter 16.3)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Change classified as Blueprint or deviation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 evidence available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Deviation requested and registered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Approval awaited before publication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counterpart T15-14 describes the handover of central foundations to the market.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Coverage codes and technical options affect all markets (Chapter 15.7).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Approvals are kept traceable in the clarification register (Appendix F).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May the market create a campaign without HQ?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within the Blueprint (Chapter 14.13); deviating conditions need HQ approval.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does HQ approval take?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According to the HQ governance process (Chapter 15.4); the status is in the register.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happens on rejection?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change remains unpublished; the market can request again with a new justification.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Market role, product and price maintenance.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HQ role, Blueprint and central master data.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20.6.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T14-15: Linking Market Maintenance and Central Requirements</dc:title>
  <dc:subject>PptxGenJS Presentation</dc:subject>
  <dc:creator>oneSCM Quick Guide</dc:creator>
  <cp:lastModifiedBy>oneSCM Quick Guide</cp:lastModifiedBy>
  <cp:revision>1</cp:revision>
  <dcterms:created xsi:type="dcterms:W3CDTF">2026-10-11T16:05:17Z</dcterms:created>
  <dcterms:modified xsi:type="dcterms:W3CDTF">2026-10-11T16:05:17Z</dcterms:modified>
</cp:coreProperties>
</file>