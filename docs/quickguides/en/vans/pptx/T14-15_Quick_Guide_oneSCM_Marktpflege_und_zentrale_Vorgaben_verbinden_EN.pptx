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T14-15: Linking Market Maintenance and Central Requirements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Vans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transition module T14-15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1/2</a:t>
            </a:r>
            <a:endParaRPr lang="en-US" sz="700" dirty="0"/>
          </a:p>
        </p:txBody>
      </p:sp>
      <p:sp>
        <p:nvSpPr>
          <p:cNvPr id="8" name="Purpose and benefit"/>
          <p:cNvSpPr/>
          <p:nvPr/>
        </p:nvSpPr>
        <p:spPr>
          <a:xfrm>
            <a:off x="201168" y="713232"/>
            <a:ext cx="4663440" cy="1426464"/>
          </a:xfrm>
          <a:prstGeom prst="roundRect">
            <a:avLst>
              <a:gd name="adj" fmla="val 641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Purpose and benefit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This module links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market maintenance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Chapter 14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) with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central requirements of HQ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Chapter 15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). You know which maintenance decisions the market makes alone, which need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HQ approval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and how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country deviations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are requested.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_en/badge_T14-15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24942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References to handbook chapters and systems are highlighted; e-mail addresses are provided as links.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68833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Transition at a glance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962656"/>
            <a:ext cx="224028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Market decides (Chapter 14)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Market-specific settings and templates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Price versions, campaigns, discounts within the Blueprint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Product Testing and publication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962656"/>
            <a:ext cx="224028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HQ decides (Chapter 15)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Blueprint and global standards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Country deviations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Technical options, SA matching, coverage codes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_en/landscape_T14-15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242816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_en/flow_T14-15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96012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178308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How to proceed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057400"/>
            <a:ext cx="4645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Classify the planned change: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within the Blueprint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(market decides) or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deviation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(HQ approval required).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Prepare the change in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Product Testing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and secure test evidence (Chapters 14.12, 16.4).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Request a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country deviation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from HQ with justification (Chapter 15.3) and enter it in the register (Chapter 20.6).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191256"/>
            <a:ext cx="4663440" cy="475488"/>
          </a:xfrm>
          <a:prstGeom prst="roundRect">
            <a:avLst>
              <a:gd name="adj" fmla="val 15385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191256"/>
            <a:ext cx="274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191256"/>
            <a:ext cx="4160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 publication of a deviation before HQ approval.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Unapproved deviations count as a Blueprint violation and are withdrawn.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3776472"/>
            <a:ext cx="46451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Await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HQ approval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before publishing (Chapters 14.7 and 15.4).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Inform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 and dealers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about effective changes (Chapter 15.5).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T14-15: Linking Market Maintenance and Central Requirements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Vans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transition module T14-15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2/2</a:t>
            </a:r>
            <a:endParaRPr lang="en-US" sz="700" dirty="0"/>
          </a:p>
        </p:txBody>
      </p:sp>
      <p:sp>
        <p:nvSpPr>
          <p:cNvPr id="8" name="Roles and prerequisites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Roles and prerequisites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Roles involved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Market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maintenance and request for deviation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HQ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Blueprint, approval, central master data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feedback from review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Prerequisites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Market role with maintenance rights (Chapter 14.1)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Blueprint and country deviation register known (Chapters 15.2, 20.6)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Approval workflow clarified (Chapter 16.3)</a:t>
            </a:r>
            <a:endParaRPr lang="en-US" sz="900" dirty="0"/>
          </a:p>
        </p:txBody>
      </p:sp>
      <p:sp>
        <p:nvSpPr>
          <p:cNvPr id="11" name="Checklist before completion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 before completion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Change classified as Blueprint or deviation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Test evidence available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Deviation requested and registered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Approval awaited before publication</a:t>
            </a:r>
            <a:endParaRPr lang="en-US" sz="900" dirty="0"/>
          </a:p>
        </p:txBody>
      </p:sp>
      <p:sp>
        <p:nvSpPr>
          <p:cNvPr id="14" name="Notes and pitfalls"/>
          <p:cNvSpPr/>
          <p:nvPr/>
        </p:nvSpPr>
        <p:spPr>
          <a:xfrm>
            <a:off x="201168" y="4242816"/>
            <a:ext cx="4663440" cy="1014984"/>
          </a:xfrm>
          <a:prstGeom prst="roundRect">
            <a:avLst>
              <a:gd name="adj" fmla="val 900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Notes and pitfalls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The counterpart T15-14 describes the handover of central foundations to the market.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Coverage codes and technical options affect all markets (Chapter 15.7).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Approvals are kept traceable in the clarification register (Appendix F).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Frequently asked questions and answers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May the market create a campaign without HQ?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Yes, within the Blueprint (Chapter 14.13); deviating conditions need HQ approval.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How long does HQ approval take?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According to the HQ governance process (Chapter 15.4); the status is in the register.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What happens on rejection?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The change remains unpublished; the market can request again with a new justification.</a:t>
            </a:r>
            <a:endParaRPr lang="en-US" sz="900" dirty="0"/>
          </a:p>
        </p:txBody>
      </p:sp>
      <p:sp>
        <p:nvSpPr>
          <p:cNvPr id="19" name="Important links and contacts"/>
          <p:cNvSpPr/>
          <p:nvPr/>
        </p:nvSpPr>
        <p:spPr>
          <a:xfrm>
            <a:off x="5047488" y="2221992"/>
            <a:ext cx="4663440" cy="1344168"/>
          </a:xfrm>
          <a:prstGeom prst="roundRect">
            <a:avLst>
              <a:gd name="adj" fmla="val 680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2951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Important links and contacts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569464"/>
            <a:ext cx="44805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Chapter 14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Market role, product and price maintenance.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Chapter 15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HQ role, Blueprint and central master data.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Country deviation register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Chapter 20.6.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oneSCM Handbook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Complete chapters with screenshots, role, status and scope matrices (Appendix D).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T14-15: Linking Market Maintenance and Central Requirements</dc:title>
  <dc:subject>PptxGenJS Presentation</dc:subject>
  <dc:creator>oneSCM Quick Guide</dc:creator>
  <cp:lastModifiedBy>oneSCM Quick Guide</cp:lastModifiedBy>
  <cp:revision>1</cp:revision>
  <dcterms:created xsi:type="dcterms:W3CDTF">2026-10-11T16:25:31Z</dcterms:created>
  <dcterms:modified xsi:type="dcterms:W3CDTF">2026-10-11T16:25:31Z</dcterms:modified>
</cp:coreProperties>
</file>