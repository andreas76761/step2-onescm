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T15-16: From Maintenance Decision to Governance Evidence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T15-16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module links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maintenance decision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with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): every decision receives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source, test evidence, approval and version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 that it can be audited and archived.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T15-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Transition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Decision (Chapter 15)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change or country deviation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 matching, coverage codes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and approval at HQ level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 (Chapter 16)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Functional review and approval workflow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evidence and functional baseline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Sources, tickets, versions, clarification register, archiving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T15-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428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T15-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decision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justification, source and ticket reference (Chapter 16.6).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 through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 workflow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functional review (Chapter 16.3).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set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functional baseline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16.4).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 decision without evidence is not approved.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with source, test evidence and documented approval does it become part of the productive functional baseline.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Close open entries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update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16.7).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Archive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approved version; working documents remain in document management (Chapter 16.5).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T15-16: From Maintenance Decision to Governance Evidence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T15-16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make and evidence the decision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sources, versions, registers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use and supplement evidence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Maintenance decision available (Chapter 15.4)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 workflow known (Chapter 16.3)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clarification register and version control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Decision documented with source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Approval workflow completed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 evidence and functional baseline set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Register closed, version archived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 is the basis for rollout and training (Chapter 17).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protection also applies to evidence and test data (Chapter 16.1, Appendix I.3).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change overview (Chapter 22.4) is fed by this evidence.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evidence does a coverage code change need?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Source, test evidence per affected division and HQ approval (Chapters 15.7, 16.4).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archives?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editorial team after approval (Chapter 16.5).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 I find the decision later?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version control and the clarification register (Chapter 16.6, Appendix F).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08483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HQ role, Blueprint and central master data.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Governance, quality, data protection and archiving.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 and 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F.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T15-16: From Maintenance Decision to Governance Evidence</dc:title>
  <dc:subject>PptxGenJS Presentation</dc:subject>
  <dc:creator>oneSCM Quick Guide</dc:creator>
  <cp:lastModifiedBy>oneSCM Quick Guide</cp:lastModifiedBy>
  <cp:revision>1</cp:revision>
  <dcterms:created xsi:type="dcterms:W3CDTF">2026-10-11T16:05:17Z</dcterms:created>
  <dcterms:modified xsi:type="dcterms:W3CDTF">2026-10-11T16:05:17Z</dcterms:modified>
</cp:coreProperties>
</file>