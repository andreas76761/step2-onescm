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V.2: Table of Contents and Reading Paths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preface V.2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table of contents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shows the 23 chapters, appendices and transition modules;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reading paths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recommend the order of chapters per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 This guide helps you quickly find the right entry point.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V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Reading paths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Dealer: 1, 2, 3, 4, 5, 6, T6-7, 7, T7-8, 8, 10, 12, 23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MO: 1, 2, 3, 8, T8-9, 9, T9-10, 10, 11, 16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Market: 1, 2, 14, T14-15, 15, 20, 21, 17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HQ: 1, 15, T15-14, T15-16, 16, 19, 22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Structure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Main part: Chapters 1 to 23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modules T6-7 to T15-16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Appendices A to I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Preface V.1 and V.2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V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611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V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reading path for your 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read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fundamentals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first (Chapters 1 to 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Follow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process chapters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order of the reading path;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link them.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each chapter, 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Quick Guide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a summary and checklist.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reading paths are recommendations, not authorizations.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Which chapters you may carry out in the system is determined by role and scope (Appendix D).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Consult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appendices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needed: glossary, checklists, matrices, practical examples.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Finish with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23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(FAQ and support)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(Appendix H).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V.2: Table of Contents and Reading Paths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preface V.2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reading path contract process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reading path review and administration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reading path maintenance and governance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Your own role known (Chapter 1.3)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the handbook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Fundamentals Chapters 1 to 3 read or scheduled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Reading path for the role selected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Fundamentals read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Process chapters worked through in order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Appendices used as needed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dashboard shows the structure and the click path interactively.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and division chapters (20, 21) supplement every reading path.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New chapters are added to the reading paths with releases (Chapter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 I have to read all 23 chapters?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No, the reading path for your role names the relevant chapters; the others are for reference.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are the transition modules?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Between the chapters they link, e.g. T6-7 between Chapters 6 and 7.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Are there reading paths per market?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Reading paths apply per role; market specifics are in Chapter 20.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Welcome and document context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Handbook dashboard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Structure and click path.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and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23 with questions per process phase and known errors per market and release.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V.2: Table of Contents and Reading Paths</dc:title>
  <dc:subject>PptxGenJS Presentation</dc:subject>
  <dc:creator>oneSCM Quick Guide</dc:creator>
  <cp:lastModifiedBy>oneSCM Quick Guide</cp:lastModifiedBy>
  <cp:revision>1</cp:revision>
  <dcterms:created xsi:type="dcterms:W3CDTF">2026-10-11T16:25:31Z</dcterms:created>
  <dcterms:modified xsi:type="dcterms:W3CDTF">2026-10-11T16:25:31Z</dcterms:modified>
</cp:coreProperties>
</file>