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melden sich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prüfen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wissen, wie Sie fehlende Rechte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Zugangsprobleme lösen (Kapitel 2.1 bis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und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Rollen und technische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und Freigabe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Kontext und Sicherheit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Berechtigungen und Zugangsprobleme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Sicherer Umgang mit Benutzerkonto und Sitzung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Rufen Sie oneSCM über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über die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Direktverlinkung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auf. Die Anmeldung erfolgt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dem Login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Falscher Kontext bedeutet falsche Produkte und Preise.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Gleichen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(2.2). Fehlende Menüpunkte deuten auf fehlende Rollen hin.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werden nie per E-Mail oder Zuruf vergeben.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Jede Rolle wird über ALICE beantragt, geprüft und freigegeben; die Freigabe ist nachvollziehbar dokumentiert.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eine Berechtigung, 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ALICE (2.3). Im Autohaus schaltet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frei.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Zugangsproblemen (2.5): Browser-Cache leeren, erneut anmelden, dann Supportfall mit Benutzerkennung und Bildschirmbild melden.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Sperren Sie Ihre Sitzung bei Abwesenheit und teilen Sie Ihr Konto nie mit anderen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Nutzerin/Nutzer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Kontextprüfung, Antrag auf Berechtigung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Freischaltung der Rollen im Autohaus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Rollenmodell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Gültiges Benutzerkonto im Konzernverzeichnis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Zugeordnete oneSCM-Rolle (z. B.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über RetailPortal oder Direktverlinkung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über SSO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Markt, Sparte und Betrieb sind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benötigten Menüpunkte sind sichtbar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Ansprechperson für ALICE ist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Rolle oneSCM.DealerPKW ist Voraussetzung für die Antragserstellung im Pkw-Geschäft.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einer Rollenänderung ist eine erneute Anmeldung nötig.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Mehrere Märkte oder Sparten erfordern mehrere Rollenzuordnungen.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den Menüpunkt Vertragserstellung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zugehörige Rolle fehlt. Beantragen Sie sie über ALICE bei Ihrem Autohaus-Admin.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Freigabe erfolgt durch den zuständigen Admin; den aktuellen Status sehen Sie im Berechtigungsantrag.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mehrere Rollen haben?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zum Beispiel Dealer-Rollen für Pkw und Van; der aktive Kontext wird in oneSCM angezeigt.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Rollenantrag und Freigabe (Kapitel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Zugang, Rollen und Berechtigungen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