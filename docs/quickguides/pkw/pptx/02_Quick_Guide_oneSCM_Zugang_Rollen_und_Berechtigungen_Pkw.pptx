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Zugang, Rollen und Berechtigungen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melden sich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prüfen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wissen, wie Sie fehlende Rechte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Zugangsprobleme lösen (Kapitel 2.1 bis 2.6).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2.1 – 2.3 Login und Rollen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Login und Single Sign-on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Rollen und technische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Berechtigungsantrag und Freigabe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2.4 – 2.6 Kontext und Sicherheit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Markt-, Sparten- und Betriebskontext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Berechtigungen und Zugangsprobleme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Sicherer Umgang mit Benutzerkonto und Sitzung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Rufen Sie oneSCM über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über die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Direktverlinkung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auf. Die Anmeldung erfolgt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nach dem Login Ihren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Markt-, Sparten- und Betriebskontext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(2.4): Falscher Kontext bedeutet falsche Produkte und Preise.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Gleichen Sie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 (2.2). Fehlende Menüpunkte deuten auf fehlende Rollen hin.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Berechtigungen werden nie per E-Mail oder Zuruf vergeben.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Jede Rolle wird über ALICE beantragt, geprüft und freigegeben; die Freigabe ist nachvollziehbar dokumentiert.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eine Berechtigung, stellen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Berechtigungsantrag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ALICE (2.3). Im Autohaus schaltet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ALICE-Autohaus-Admin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frei.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Zugangsproblemen (2.5): Browser-Cache leeren, erneut anmelden, dann Supportfall mit Benutzerkennung und Bildschirmbild melden.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Sperren Sie Ihre Sitzung bei Abwesenheit und teilen Sie Ihr Konto nie mit anderen (2.6).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Zugang, Rollen und Berechtigungen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Nutzerin/Nutzer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Login, Kontextprüfung, Antrag auf Berechtigung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ALICE-Autohaus-Admin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Freischaltung der Rollen im Autohaus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Rollenmodell und 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Gültiges Benutzerkonto im Konzernverzeichnis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Zugeordnete oneSCM-Rolle (z. B. oneSCM.DealerPKW)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über RetailPortal oder Direktverlinkung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Login über SSO funktioniert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Markt, Sparte und Betrieb sind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benötigten Menüpunkte sind sichtbar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Ansprechperson für ALICE ist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Rolle oneSCM.DealerPKW ist Voraussetzung für die Antragserstellung im Pkw-Geschäft.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einer Rollenänderung ist eine erneute Anmeldung nötig.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Mehrere Märkte oder Sparten erfordern mehrere Rollenzuordnungen.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sehe ich den Menüpunkt Vertragserstellung nicht?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zugehörige Rolle fehlt. Beantragen Sie sie über ALICE bei Ihrem Autohaus-Admin.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eine 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Freigabe erfolgt durch den zuständigen Admin; den aktuellen Status sehen Sie im Berechtigungsantrag.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mehrere Rollen haben?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zum Beispiel Dealer-Rollen für Pkw und Van; der aktive Kontext wird in oneSCM angezeigt.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Berechtigungsmanagement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Rollenantrag und Freigabe (Kapitel 19.16).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Zugang, Rollen und Berechtigungen</dc:title>
  <dc:subject>PptxGenJS Presentation</dc:subject>
  <dc:creator>oneSCM Quick Guide</dc:creator>
  <cp:lastModifiedBy>oneSCM Quick Guide</cp:lastModifiedBy>
  <cp:revision>1</cp:revision>
  <dcterms:created xsi:type="dcterms:W3CDTF">2026-10-11T15:41:01Z</dcterms:created>
  <dcterms:modified xsi:type="dcterms:W3CDTF">2026-10-11T15:41:01Z</dcterms:modified>
</cp:coreProperties>
</file>