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sich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zurecht,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ordnen den Vertragsprozess von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(Kapitel 3.1 bis 3.9).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Oberfläche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Oberflächenelemente und Bedienmuster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Preisinformation, Angebot, Antrag und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und CRM-Übergabe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und 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 und Systemübergaben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 richtig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auf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Die Kacheln führen zu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zu Garantie-Paketen und externen Portalen.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Referenznummer, FIN/VIN, Kundenname oder Status grenzen Listen ein. Spalten wie „Aktionen“ erreichen Sie über den horizontalen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Schrittleiste mit Häkchen, Schieberegler für optionale Angaben, Drei-Punkte-Menü für Aktionen, Pflichtfelder mit Stern.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Ihren Vorgang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(3.4 und 3.5): Preisinformation → Angebot → Antrag → Vertrag.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2062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2062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2062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grüner Haken in der Schrittleiste bedeutet nicht, dass der Vertrag aktiv ist.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der Vertragsstatus „aktiv“ nach Prüfung und Aktivierung (Kapitel 8) ist verbindlich.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9286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CRM und geben Sie Ergebnisse zurück (3.6);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OTR, VEGA und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richtig (3.8): Antragsstatus, Signaturstatus und Vertragsstatus sind getrennte Größen.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Arbeitskontext und Sprache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(3.9); Dokumente folgen der Sprachvariante des Marktes (Kapitel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Suche, Statusverständnis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vom Lead bis zum Vertrag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Statusinformationen und Systemübergaben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Erfolgreicher Login mit korrektem Kontext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 sind eingestellt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Startseite und Hauptmenü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Suche nach Referenznummer und FIN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Prozessphase des Vorgangs ist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Sprache und Arbeitskontext sind gesetzt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Statusübersicht mit zulässigen Übergängen steht in Kapitel 8.2 und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Suche findet nur Vorgänge im eigenen Markt- und Betriebskontext.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Assistenten enden einheitlich mit dem Schritt „Overview &amp; Confirmation“; Marktnamen erscheinen in der Sprache der Markteinstellungen (3.3, 3.9).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einen gespeicherten Antrag wieder?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Unter Vertragserstellung › Antragsverwaltung über die Referenznummer (Kapitel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Angebot und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Angebot ist eine Preisinformation ohne Bindung; der Antrag wird gespeichert, unterschrieben, geprüft und aktiviert.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Oberfläche in einer anderen Sprache nutzen?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persönlichen Arbeitskontext (3.9); Vertragsdokumente folgen den Sprachvarianten des Marktes.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 mit Prozesslandkarte und Teilprozessen.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Grundlagen, Navigation und Customer Journey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