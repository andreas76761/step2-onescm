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Kunden, Partner und Vertragsrollen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Privat- und Geschäftskunden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finden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vorhandene 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Pflichtangaben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ordnen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(Inhaber, Zahler, Nutzer, Kontakt, Rechnungsempfänger) zu und vermeiden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4.1 bis 4.8).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4.1 – 4.3 Kunden erfassen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Privatkunden und Geschäftskunden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Vorhandene Kunden suchen und zuordnen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Kundendaten und Pflichtangaben prüfen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4.4 – 4.6 Rollen und Qualität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Vertragsinhaber, Zahler, Nutzer, Kontakt, Rechnungsempfänger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Datenübernahme aus angebundenen Systemen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 und widersprüchliche Stammdaten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4.7 – 4.8 Partner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Partner- und Dealerbeziehungen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Dealer-Onboarding und Partnerprozess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Kundengruppe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(4.1). „KAM betreute Großkunden“ nur bei individuellen Preisanfragen bzw. FS 140+.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zuerst nach dem Kunden und wählen Sie ihn aus; legen Sie nur bei Bedarf neu an (4.2). Zur Identifikation dienen: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Privatkunde: Vor- und Nachname, Telefonnummer, E-Mail-Adresse oder Mercedes me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Gewerblicher Kunde: Firmenname, USt-ID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Pflichtangaben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Plausibilität (4.3): Adresse, Kontaktdaten, Rechtsform; Fehler blockieren spätere Prüfungen.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9651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9651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9651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Vertragsinhaber und Halter des Fahrzeugs müssen identisch sein.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abweichender Vertragsinhaber ist nicht zulässig; abweichend dürfen nur Zahler und Rechnungsempfänger sein.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818888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 (4.4): Vertragsinhaber, Zahler, Nutzer, Kontakt und Rechnungsempfänger können abweichen, müssen aber je Markt zulässig sein.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Übernehmen Sie Daten aus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angebundenen Systemen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(4.5, z. B. oneERP) statt sie neu zu tippen;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Widersprüche (4.6).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Partner- und Dealerbeziehungen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(4.7); neue Händler durchlaufen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Dealer-Onboarding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Kunden, Partner und Vertragsrollen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Kundensuche, Neuanlage, Rollenzuordnung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von Stammdaten und Dubletten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Dealer-Onboarding und Partnerprozess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Kundengruppe ist bekannt (Privat, Gewerbe, KAM betreute Großkunden)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Identifikationsdaten des Kunden liegen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Datenschutzhinweise sind beachtet (Kapitel 16.1)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 gesucht, keine Dublette angelegt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Kundengruppe korrekt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Pflichtangaben vollständig und plausibel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Vertragsrollen zugeordnet und zulässig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 entstehen meist durch Neuanlage ohne vorherige Suche; der MO kann sie zurückweisen.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Personenbezogene Daten gehören nicht in Kommentare oder Screenshots (Kapitel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Datenübernahme aus Fremdsystemen ist das führende System maßgeblich (Kapitel 16.2).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der Zahler vom Vertragsinhaber abweichen?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der Zahler und der Rechnungsempfänger können abweichen; der Vertragsinhaber muss Halter sein.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tun bei widersprüchlichen Stammdaten?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Nicht überschreiben, sondern Abweichung dokumentieren und an das führende System bzw. den Support geben (Kapitel 4.6).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wird ein neuer Dealer angebunden?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den Partnerprozess und das Dealer-Onboarding des Marktes (Kapitel 4.8).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Kundenkonten und Sonderfälle (Kapitel 12.8).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Kunden- und Finanzintegration (Kapitel 19.11).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Kunden, Partner und Vertragsrollen</dc:title>
  <dc:subject>PptxGenJS Presentation</dc:subject>
  <dc:creator>oneSCM Quick Guide</dc:creator>
  <cp:lastModifiedBy>oneSCM Quick Guide</cp:lastModifiedBy>
  <cp:revision>1</cp:revision>
  <dcterms:created xsi:type="dcterms:W3CDTF">2026-10-11T16:25:25Z</dcterms:created>
  <dcterms:modified xsi:type="dcterms:W3CDTF">2026-10-11T16:25:25Z</dcterms:modified>
</cp:coreProperties>
</file>