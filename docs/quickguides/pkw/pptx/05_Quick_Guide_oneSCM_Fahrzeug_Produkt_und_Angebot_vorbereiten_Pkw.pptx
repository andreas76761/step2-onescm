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Fahrzeug, Produkt und Angebot vorbereiten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5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wählen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Vertragsart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Einstiegspunkt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laden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wählen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 und Leistungsumfang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konfigurieren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Laufzeit, Laufleistung und Optionen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erstellen ein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Kampagnen und Rabatten (Kapitel 5.1 bis 5.8).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5.1 – 5.3 Fahrzeug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Vertragsarten und Einstiegspunkte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Fahrzeug- und Vorgangskennungen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Fahrzeugdaten, Pflichtfelder und Validierungsregeln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5.4 – 5.6 Produkt und Preis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Produkte und Leistungsumfang auswählen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Laufzeit, Laufleistung und Optionen konfigurieren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Preise, Kampagnen und Rabatte im Angebot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5.7 – 5.8 Angebot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Angebotsgültigkeit und Änderungen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Übergabe zur Antragserstellung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522122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Klicken Sie auf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 erstellen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und wählen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Vertragsart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Geben Sie je nach Phase den passenden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Einstiegspunkt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an, um die Fahrzeugdaten zu laden (5.2):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Für eine Preisindikation: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Baumuster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 Angebot: OTR-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Deal-ID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 Bestellung: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Auftragsnummer aus GO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 Produktion: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VIN/FIN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Ergänzen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Erstzulassung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aktuelle Laufleistung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Kennzeichen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(5.3). Sind diese noch unbekannt, aktivieren Sie den Schieberegler.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Service-/Wartungspaket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(5.4) und konfigurieren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Zahlungsintervall, Vertragsdauer, jährliche Laufleistung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ggf.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Industrie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(5.5).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60857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60857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60857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Sobald Sie auf „Antrag erstellen“ klicken, springen Sie zur Kundendatenerfassung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können den Vertrag erst später wieder bearbeiten. Prüfen Sie Produkt, Laufzeit und Laufleistung vorher.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Fahrzeug, Produkt und Angebot vorbereiten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5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Angebot erstellen und übergeben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Produkte, Preise und Kampagnen bereitstellen (Kapitel 14)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bei Sonderfreigaben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 ist angelegt oder zugeordnet (Kapitel 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Fahrzeugkennung liegt vor: Baumuster, OTR-Deal-ID, GO-Auftragsnummer oder VIN/FIN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Zulässige Produkte für Markt und Sparte sind bekannt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Einstiegspunkt passend zur Phase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Fahrzeugdaten geladen und Pflichtfelder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Produkt, Laufzeit und Laufleistung passen zum Kundenwunsch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Kampagne zulässig, Preisinformation erzeugt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463040"/>
          </a:xfrm>
          <a:prstGeom prst="roundRect">
            <a:avLst>
              <a:gd name="adj" fmla="val 625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Zahlungsintervall „einmalig“ und „monatlich“ ist immer wählbar; andere Intervalle hängen von Kundensegment und Laufzeit ab.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Bedingungen und Konditionen sowie Händlerinformationen lassen sich über die Symbole dauerhaft einblenden.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Vorführ- und Dienstwagen gelten als Gebrauchtfahrzeuge; dafür ist nur ein reines Wartungspaket möglich.</a:t>
            </a:r>
            <a:endParaRPr lang="en-US" sz="900" dirty="0"/>
          </a:p>
        </p:txBody>
      </p:sp>
      <p:sp>
        <p:nvSpPr>
          <p:cNvPr id="17" name="Abschnittstitel"/>
          <p:cNvSpPr txBox="1"/>
          <p:nvPr/>
        </p:nvSpPr>
        <p:spPr>
          <a:xfrm>
            <a:off x="5047488" y="7132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 (Fortsetzung)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987552"/>
            <a:ext cx="464515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Fügen Sie, falls verfügbar,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technische Optionen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zusätzliche Leistungen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hinzu und wählen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aktive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eigene Händlerrabatte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(5.6). Prüfen Sie die Berechtigung anhand der Kampagnenbeschreibung.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Vertragsdetails und erzeugen Sie für Angebotszwecke die Vorschau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Preisinformation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(PDF). Beachten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Angebotsgültigkeit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Mit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erstellen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übergeben Sie das Angebot in die Antragserstellung (5.8, Kapitel 6).</a:t>
            </a:r>
            <a:endParaRPr lang="en-US" sz="900" dirty="0"/>
          </a:p>
        </p:txBody>
      </p:sp>
      <p:sp>
        <p:nvSpPr>
          <p:cNvPr id="19" name="FAQ"/>
          <p:cNvSpPr/>
          <p:nvPr/>
        </p:nvSpPr>
        <p:spPr>
          <a:xfrm>
            <a:off x="5047488" y="2258568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FAQ Inhalt"/>
          <p:cNvSpPr txBox="1"/>
          <p:nvPr/>
        </p:nvSpPr>
        <p:spPr>
          <a:xfrm>
            <a:off x="5157216" y="2331720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 Kennung nehme ich vor der Bestellung?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Baumuster für eine Preisindikation; ab Angebot die OTR-Deal-ID, ab Bestellung die VerSO-Order-ID.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ein Angebot später ändern?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zur Antragserstellung ja; danach gelten die Änderungsregeln aus Kapitel 5.7 und 10.2.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ist ein Angebot gültig?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Gültigkeit richtet sich nach Marktvorgaben und Preisversion (Kapitel 5.7 und 14.9).</a:t>
            </a:r>
            <a:endParaRPr lang="en-US" sz="900" dirty="0"/>
          </a:p>
        </p:txBody>
      </p:sp>
      <p:sp>
        <p:nvSpPr>
          <p:cNvPr id="21" name="Wichtige Links und Ansprechpartner"/>
          <p:cNvSpPr/>
          <p:nvPr/>
        </p:nvSpPr>
        <p:spPr>
          <a:xfrm>
            <a:off x="5047488" y="3767328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2" name="Kartentitel"/>
          <p:cNvSpPr txBox="1"/>
          <p:nvPr/>
        </p:nvSpPr>
        <p:spPr>
          <a:xfrm>
            <a:off x="5157216" y="38404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3" name="Karteninhalt"/>
          <p:cNvSpPr txBox="1"/>
          <p:nvPr/>
        </p:nvSpPr>
        <p:spPr>
          <a:xfrm>
            <a:off x="5157216" y="4114800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OTR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Auftrags- und Fahrzeugbezug (Kapitel 19.5).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MIC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Fahrzeugdaten-API (Kapitel 19.8).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Fahrzeug, Produkt und Angebot vorbereiten</dc:title>
  <dc:subject>PptxGenJS Presentation</dc:subject>
  <dc:creator>oneSCM Quick Guide</dc:creator>
  <cp:lastModifiedBy>oneSCM Quick Guide</cp:lastModifiedBy>
  <cp:revision>1</cp:revision>
  <dcterms:created xsi:type="dcterms:W3CDTF">2026-10-11T15:41:02Z</dcterms:created>
  <dcterms:modified xsi:type="dcterms:W3CDTF">2026-10-11T15:41:02Z</dcterms:modified>
</cp:coreProperties>
</file>