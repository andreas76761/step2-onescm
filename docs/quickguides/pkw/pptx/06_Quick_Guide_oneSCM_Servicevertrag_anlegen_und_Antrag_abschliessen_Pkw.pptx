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Servicevertrag anlegen und Antrag abschließen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6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prüfen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 und Vertragsart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erfassen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Vertragsdaten und Pflichtfelder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kontrollieren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Kunden-, Fahrzeug- und Produktzuordnung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verstehen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Validierungsregeln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speichern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6.1 bis 6.7).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6.1 – 6.3 Erfassen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 und Vertragsart prüfen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Vertragsdaten und Pflichtfelder erfassen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Kunden-, Fahrzeug- und Produktzuordnung kontrollieren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6.4 – 6.7 Prüfen und speichern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Validierungsregeln und Fehlermeldungen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Sonderfreigaben im Standardprozess erkennen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Übersicht und Abschlusskontrolle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speichern und Referenz prüfen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7024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Vertragsart und Voraussetzungen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(6.1): Fahrzeug, Produkt und Kundengruppe müssen zur Vertragsart passen.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Erfassen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(6.2): Pflichtfelder sind mit Stern markiert; fehlende Angaben blockieren das Speichern.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Kontrollieren Sie im Abschnitt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Zuordnung von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Kunde, Fahrzeug und Produkt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(6.3) und 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Antragsvorschau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(PDF).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Validierungsmeldungen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(6.4): Rote Meldungen müssen behoben werden, gelbe Hinweise erlauben das Weitergehen.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59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59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59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Zahlungsintervall kann im Nachgang nur auf „einmalig“ geändert werden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andere Änderungen erfordern einen Neuvertrag.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64515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Erkennen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Sonderfreigaben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(6.5): Abweichende Konditionen oder Kundengruppen lösen eine MO-Prüfung aus (Kapitel 9 und 12.4).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Abschlusskontrolle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Übersicht durch (6.6) und klicken Sie auf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Häkchen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um zur Unterzeichnung zu gelangen.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Speichern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den Antrag und notieren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(6.7); sie ist der Schlüssel für Antragsverwaltung und Support.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Servicevertrag anlegen und Antrag abschließen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6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Antrag erfassen, kontrollieren und speichern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Sonderfreigaben und Prüfung (Kapitel 9)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Validierungsregeln je Markt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 ist vorbereitet (Kapitel 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 ist zugeordnet (Kapitel 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 für Antragserstellung ist freigeschaltet (Kapitel 2)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Vertragsart und Voraussetzungen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Pflichtfelder vollständig, keine roten Meldungen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Kunde, Fahrzeug und Produkt korrekt zugeordnet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Antrag gespeichert, Referenznummer notiert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Im Beispiel des Handbuchs wird ein Antrag für einen gewerblichen Kunden gestellt; Abweichungen für Privatkunden und KAM betreute Großkunden sind markiert.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Eine Sammelrechnung aktivieren Sie bei der Kundendatenprüfung über den Schieberegler am Seitenende.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Gespeicherte Anträge finden Sie unter Antragsverwaltung (Kapitel 8.1).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den Antrag nach dem Speichern ändern?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Eingeschränkt: Erstzulassung, Kennzeichen und Dokumente über „Aktualisieren“ (Kapitel 8.3); Konditionen erfordern einen Neuvertrag.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bedeutet eine Sonderfreigabe?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Antrag weicht vom Standard ab und wird durch den MO geprüft, bevor er aktiviert werden kann (Kapitel 9 und 12.4).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sehe ich die Referenznummer?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Übersicht nach dem Speichern und in der Antragsverwaltung in der ersten Spalte.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T6-7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Vom gespeicherten Antrag zu Zahlungsdaten und Signatur.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Servicevertrag anlegen und Antrag abschließen</dc:title>
  <dc:subject>PptxGenJS Presentation</dc:subject>
  <dc:creator>oneSCM Quick Guide</dc:creator>
  <cp:lastModifiedBy>oneSCM Quick Guide</cp:lastModifiedBy>
  <cp:revision>1</cp:revision>
  <dcterms:created xsi:type="dcterms:W3CDTF">2026-10-11T15:41:02Z</dcterms:created>
  <dcterms:modified xsi:type="dcterms:W3CDTF">2026-10-11T15:41:02Z</dcterms:modified>
</cp:coreProperties>
</file>