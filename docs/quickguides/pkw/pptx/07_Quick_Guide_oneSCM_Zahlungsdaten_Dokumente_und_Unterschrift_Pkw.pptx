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Zahlungsdaten, Dokumente und Unterschrift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erfassen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 und Zahlungsintervall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 und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und Mandate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erzeugen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richtigen Sprache und holen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digital oder manuell ein (Kapitel 7.1 bis 7.8).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7.1 – 7.3 Zahlung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Zahlungsarten und Zahlungsintervalle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Vertragszahler und Rechnungsempfänger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und Mandate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7.4 – 7.6 Dokumente und Signatur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Vertragsdokumente und Sprachvarianten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Digitale Unterschrift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Manuelle Unterschrift und Dokumentupload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7.7 – 7.8 Kontrolle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Mehrfachunterschriften und erneute Signatur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Signatur-, Dokument- und Antragsstatus kontrollieren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 und Zahlungsintervall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(7.1) und bestimmen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 und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erzeugen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SEPA-Mandat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(7.3); bei Sammelrechnung aktivieren Sie den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Erzeugen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und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Sprachvariante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Dokumente (7.4).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die Vertragsprüfung und Aktivierung müssen Erstzulassung, Kennzeichen und eine Kopie der ZB II vorliegen.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Druckvariante sind Vertragsdokumente und SEPA-Mandat separat hochzuladen.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(7.5 und 7.6):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E-Signatur (QR-Code)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 scannt den Code, unterschreibt mobil; Ablage automatisch.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 per E-Mail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Link per E-Mail, Zugriff mit 4-stelligem SMS-Code; Ablage automatisch.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 drucken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handschriftliche Unterschrift, danach Scan und „Antrag hochladen“.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mehreren Unterzeichnern oder Änderungen holen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erneut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(7.7).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Signatur-, Dokument- und 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(7.8), bevor Sie zur Aktivierungsprüfung übergehen (Kapitel 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Zahlungsdaten, Dokumente und Unterschrift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Zahlungsdaten erfassen, Signatur einholen, Dokumente hochladen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Unterzeichnung per QR-Code, E-Mail oder auf Papier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Signatur- und Dokumentstatus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gespeichert (Kapitel 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Kunden-E-Mail und Handynummer sind im Kundenstamm hinterlegt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des Zahlers liegen vor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Zahlungsart, Intervall, Zahler und Rechnungsempfänger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SEPA-Mandat erzeugt bzw.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Dokumente in der richtigen Sprachvariante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Signaturstatus „unterschrieben“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der digitalen Unterzeichnung erhält der Kunde den Vertrag automatisch zugesendet.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Druckvariante eignet sich bei mehreren erforderlichen Unterschriften oder wenn keine digitale Signatur möglich ist.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Vertragsdokument kann alternativ am Computer über den Link aufgerufen werden.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Kunde hat keine Handynummer hinterlegt. Was nun?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E-Mail-Variante braucht die SMS-Verifizierung; nutzen Sie die E-Signatur per QR-Code oder die Druckvariante.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ein Dokument später hochgeladen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die Antragsverwaltung › Aktualisieren › Kommunikation (Kapitel 8.3).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passiert bei einer erneuten Signatur?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bisherige Dokument wird ersetzt; der Signaturstatus beginnt neu (Kapitel 7.7).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T7-8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Von Dokumenten und Signatur zur Aktivierungsprüfung.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Zahlungsintegration (Kapitel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Zahlungsdaten, Dokumente und Unterschrift</dc:title>
  <dc:subject>PptxGenJS Presentation</dc:subject>
  <dc:creator>oneSCM Quick Guide</dc:creator>
  <cp:lastModifiedBy>oneSCM Quick Guide</cp:lastModifiedBy>
  <cp:revision>1</cp:revision>
  <dcterms:created xsi:type="dcterms:W3CDTF">2026-10-11T15:43:59Z</dcterms:created>
  <dcterms:modified xsi:type="dcterms:W3CDTF">2026-10-11T15:43:59Z</dcterms:modified>
</cp:coreProperties>
</file>