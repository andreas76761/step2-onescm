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Antrag verfolgen und aktivieren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8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suchen und filtern Anträge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lesen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Statusübersicht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ergänzen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fehlende Fahrzeugdaten und Dokumente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kennen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Aktivierungsvoraussetzungen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reagieren richtig auf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Ablehnung, Verzögerung und Wiederaufnahme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8.1 bis 8.7).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8.1 – 8.3 Verfolgen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Anträge suchen, filtern und verfolgen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Statusübersicht und zulässige Übergänge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Fehlende Fahrzeugdaten und Dokumente ergänzen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8.4 – 8.7 Aktivieren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Freigabeprozess und Aktivierungsvoraussetzungen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Automatische und manuelle Aktivierungsvarianten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Aktivierung und Ergebnis kontrollieren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Ablehnung, Verzögerung und Wiederaufnahme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54456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Klicken Sie unter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Vertragserstellung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auf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Antragsverwaltung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und suchen Sie den Antrag über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(8.1).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Fahren Sie mit dem Schieberegler nach rechts zur Spalte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“, klicken Sie auf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…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und wählen Sie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Aktualisieren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Erstzulassungsdatum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Kennzeichen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(8.3).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Öffnen Sie den Antrag über die Referenznummer, wechseln Sie in das Register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Kommunikation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und laden Sie über das Hochladen-Symbol die Kopie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ZB I/ZB II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das unterschriebene Vertragsdokument hoch.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0599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0599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0599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Hochladen der ZB II ist systemseitig kein Pflichtfeld, jedoch findet ohne Dokument keine Aktivierung statt.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Falsche Anträge werden abgelehnt und der Kunde erhält eine Information.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782312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Statusübersicht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(8.2): Nur zulässige Übergänge sind möglich; der Antrag wird durch das Kundenmanagement geprüft und aktiviert (8.4 und 8.5).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Kontrollieren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Ergebnis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(8.6): Vertragsstatus „aktiv“ und Rückmeldung in der Kommunikation.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Ablehnung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meldet sich das Kundenmanagement; korrigieren Sie die Daten und nehmen Sie den Antrag wieder auf (8.7).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Antrag verfolgen und aktivieren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8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Antrag verfolgen, Daten und Dokumente nachreichen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MO/Kundenmanagement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Prüfung, Freigabe und Aktivierung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automatische Aktivierung bei vollständigen Daten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ist gespeichert und unterschrieben (Kapitel 6 und 7)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 liegt vor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Erstzulassung, Kennzeichen und ZB II sind verfügbar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Antrag in der Antragsverwaltung gefunden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Erstzulassung und Kennzeichen eingetragen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ZB II und Vertragsdokument hochgeladen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Vertragsstatus „aktiv“ kontrolliert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 Servicevertrag kann bis zu 12 Monate und/oder maximal 50.000 km nach Erstzulassung abgeschlossen werden, sofern das Fahrzeug noch keinen Service erhalten hat (Ausnahme: Dienst- und Vorführfahrzeuge mit Vorbesitzer).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Vertragsbeginn entspricht dem Datum der Erstzulassung.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Statusübergänge sind in Anhang D als Matrix dokumentiert.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dauert die Aktivierung?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Bei vollständigen Daten erfolgt die automatische Aktivierung zeitnah; manuelle Prüfungen durch das Kundenmanagement dauern entsprechend länger (8.5).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Mein Antrag wurde abgelehnt. Was tun?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Ablehnungsgrund in der Kommunikation lesen, Daten korrigieren und den Antrag erneut einreichen (8.7).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den Status filtern?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die Antragsverwaltung bietet Filter nach Status, Datum und Kunde (8.1).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T8-9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Gesamtprozess und MO-Rollenvertiefung.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Antrag verfolgen und aktivieren</dc:title>
  <dc:subject>PptxGenJS Presentation</dc:subject>
  <dc:creator>oneSCM Quick Guide</dc:creator>
  <cp:lastModifiedBy>oneSCM Quick Guide</cp:lastModifiedBy>
  <cp:revision>1</cp:revision>
  <dcterms:created xsi:type="dcterms:W3CDTF">2026-10-11T15:41:02Z</dcterms:created>
  <dcterms:modified xsi:type="dcterms:W3CDTF">2026-10-11T15:41:02Z</dcterms:modified>
</cp:coreProperties>
</file>