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kennen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innerhalb der Vertragsanlage durch, bewerten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 und Gründe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sichern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behandeln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übergeben an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 oder Support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9.1 bis 9.8).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9.1 – 9.4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Aufgaben und Abgrenzung der MO-Rolle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innerhalb der Vertragsanlage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Prüfstatus, Gründe und offene Prüfungen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Qualitätssicherung und Systemprüfungen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9.5 – 9.8 Ergebnis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 und erneute Prüfung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Übergabe zur Entscheidung oder zum Support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 Checks bei Vertragsänderungen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Review: Profile und Übersicht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7024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9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Öffnen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Arbeitsliste MO-Check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wählen Sie den Antrag (9.2).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Fahrzeugdaten, Kundendaten, Dokumente und Signatur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 die Prüfkriterien (9.2 und 9.4); Systemprüfungen zeigen Abweichungen an.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Setzen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erfassen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(9.3). Offene Prüfungen bleiben in der Arbeitsliste sichtbar.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Eine Zurückweisung ist nur mit Kommentar zulässig.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Der Grund muss für den Dealer nachvollziehbar sein und wird in der Historie gespeichert.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18795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Abweichungen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fordern Sie Korrekturen beim Dealer an und prüfen erneut (9.5).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Genehmigen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weisen Sie zurück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übergeben Sie strittige Fälle zur Entscheidung oder an den Support (9.6).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Vertragsänderungen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 denselben Regeln (9.7) und 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Contract-Review-Profile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die Übersicht (9.8).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MO Checks und fachliche Prüfungen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9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Prüfung, Genehmigung, Zurückweisung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Nachlieferung von Daten und Dokumenten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Prüfregeln und Contract-Review-Profile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MO-Rolle ist freigeschaltet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 ist unterschrieben und vollständig eingereicht (Kapitel 7 und 8)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Prüfkriterien des Marktes sind bekannt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Prüfkriterien bewertet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Prüfstatus und Grund erfasst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Abweichungen dokumentiert und zurückgemeldet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genehmigt oder zurückgewiesen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MO prüft fachlich; technische Störungen gehen an den Support (Kapitel 23).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Kommentare sind intern oder extern sichtbar; prüfen Sie die Sichtbarkeit vor dem Speichern (Kapitel 12.7).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Prüfungen sind Teil des Freigabeworkflows nach Kapitel 16.3.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prüft der MO genau?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Vollständigkeit und Plausibilität von Kunde, Fahrzeug, Produkt, Zahlungsdaten, Dokumenten und Signatur (9.2 und 9.4).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der Dealer den Prüfstatus sehen?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in der Antragsverwaltung als Status und in der Kommunikation als Rückmeldung.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oft darf erneut geprüft werden?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 oft, wie Korrekturen nachgereicht werden; jede Prüfung ist in der Historie nachvollziehbar (9.5).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Übergangsmodul T9-10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Vom Prüfergebnis zur laufenden Vertragsverwaltung.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Rollen-/Status-/Scopematrizen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MO Checks und fachliche Prüfungen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