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ändern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aus und 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verlängern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Verträge und nutzen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bis 10.8).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Verträge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Vertragsübertragung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Aussetzen und Reaktivieren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10.9 Beenden und nachvollziehen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Verlängerung, Folgeangebot und Folgevertrag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und Beendigung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 Folgen und Abschlussnachweise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 und Nachvollziehbarkeit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Laufleistung, Kilometerstandshistorie und Prognose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4632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den Vertrag über Referenznummer, FIN oder Kunde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oder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zulässigen Aktionen (10.2); das Zahlungsintervall ist nachträglich nur auf „einmalig“ änderbar.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erforderlichen Nachweisen durch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aus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bei berechtigten Gründen (10.4).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9227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9227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9227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Produkt, Laufzeit oder Laufleistung erfordern einen Neuvertrag.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Stornierungen und Beendigungen haben finanzielle Folgen (Kapitel 11.6) und sind nicht umkehrbar.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vor Laufzeitende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oder 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finanziellen 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und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jede Änderung ist mit Zeitpunkt, Rolle und Grund nachvollziehbar.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8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Kilometerstandshistorie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lösen Sie bei fehlenden MIC-Daten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Kilometerstandsprognose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(10.9); sie ist ein Referenzwert und löst kein Vertragsende aus.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Änderungen anstoßen, Folgeangebote erstellen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Änderungen (Kapitel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finanzielle Folgen und 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 und Zeitpunkt der Änderung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Zustimmung des Kunden liegt vor, wo erforderlich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 eindeutig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 gewählt, Nachweise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Finanzielle Folgen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in der Historie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durchlaufen den MO Check nach Kapitel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Kilometerstand aus einer Werkstattrechnung über der Vertragslaufleistung setzt den Status „abgelaufen nach Laufleistung“ (10.6).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Historie ist Grundlage für Reporting und Governance (Kapitel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Laufleistung erhöhen?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im laufenden Vertrag; dafür ist ein Neuvertrag oder Folgevertrag nötig (10.2 und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Stornierung und Kündigung?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 hebt den Vertrag auf, Kündigung beendet ihn zum Termin; beide haben eigene finanzielle Folgen (10.6 und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ich, wer etwas geändert hat?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Verträge im Alltag verwalten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