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Marktrolle, Produkt- und Preispflege sowie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Marktrolle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pflegen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Produkte, Preisversionen, Fahrzeuggruppen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nutzen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dokumentieren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 bis 14.14).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14.1 – 14.7 Markt und Administration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 der Marktrolle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 vom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Vorlagenverwaltung und Template Management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Administrationsbereich und zulässige Aktionen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Marktbezogene Sichtbarkeit und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prüfen, freigeben und dokumentieren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14.8 – 14.14 Produkt, Preis, Kampagne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Produktdefinition, Anlage und Veröffentlichung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 und Faktorgrenzen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Produktänderung, Versionierung und Bestandswirkung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Fahrzeuggruppen und Van-Baumuster-Clustering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als Arbeitsbereich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Kampagnenanlage und Rabattpflege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Preiskomponenten, Cost Unit Split und Inflation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flow_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Aufgaben und 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zur HQ-Rolle (14.1) und 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(14.2 und 14.3).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(14.4) und nutzen Sie nur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zulässigen 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Administrationsbereich (14.5);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Sichtbarkeit und Berechtigungen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Definieren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Produkte, legen Sie sie an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sie (14.8).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 und Faktorgrenzen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Preiskomponenten, Cost Unit Split und Inflation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(14.9 und 14.14).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39227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39227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3922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Veröffentlichte Preisversionen wirken sofort auf neue Angebote.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Faktorgrenzen und Bestandswirkung im Product Testing, bevor Sie veröffentlichen.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45079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Bestandswirkung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(14.10); clustern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Fahrzeuggruppen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Van-Baumuster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Testen Sie Änderungen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(14.12), bevor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Rabatte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anlegen (14.13).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Prüfen, freigeben und dokumentieren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jede Änderung (14.7).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Marktrolle, Produkt- und Preispflege sowie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Produkt-, Preis- und Kampagnenpflege,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 und Freigaben (Kapitel 15)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Rückmeldungen aus Prüfung und Vertrieb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Administrationsrechten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Länderabweichungen bekannt (Kapitel 15 und 20)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Freigabeprozess des Marktes geklärt (Kapitel 16.3)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im Product Testing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Preisversion, Cluster und Faktorgrenzen plausibel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Bestandswirkung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dokumentiert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 müssen im Register (Kapitel 20.6) dokumentiert sein, sonst gilt der Blueprint.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Produktänderungen wirken je nach Versionierung nur auf Neuverträge oder auch auf den Bestand (14.10).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 T14-15 und T15-14 beschreiben das Zusammenspiel mit HQ.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/landscap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darf der Markt ohne HQ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Marktspezifische Einstellungen, Preise, Kampagnen und Vorlagen innerhalb des Blueprints; Abweichungen brauchen HQ-Freigabe (14.3 und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teste ich ein neues Produkt?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Product Testing mit Testdaten aus Anhang I.3, bevor es veröffentlicht wird (14.12).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ein Cost Unit Split?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Aufteilung des Preises auf Kostenkomponenten, z. B. für Inflationsanpassungen (14.14).</a:t>
            </a:r>
            <a:endParaRPr lang="en-US" sz="900" dirty="0"/>
          </a:p>
        </p:txBody>
      </p:sp>
      <p:sp>
        <p:nvSpPr>
          <p:cNvPr id="20" name="Wichtige Links und Ansprechpartner"/>
          <p:cNvSpPr/>
          <p:nvPr/>
        </p:nvSpPr>
        <p:spPr>
          <a:xfrm>
            <a:off x="5047488" y="367588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402336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T14-15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Marktpflege und zentrale Vorgaben verbinden.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Marktrolle, Produkt- und Preispflege sowie Administration</dc:title>
  <dc:subject>PptxGenJS Presentation</dc:subject>
  <dc:creator>oneSCM Quick Guide</dc:creator>
  <cp:lastModifiedBy>oneSCM Quick Guide</cp:lastModifiedBy>
  <cp:revision>1</cp:revision>
  <dcterms:created xsi:type="dcterms:W3CDTF">2026-10-11T15:41:02Z</dcterms:created>
  <dcterms:modified xsi:type="dcterms:W3CDTF">2026-10-11T15:41:02Z</dcterms:modified>
</cp:coreProperties>
</file>