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HQ-Rolle, Blueprint und zentrale Stammdaten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HQ-Rolle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pflegen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steuern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arbeiten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und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 und verantworten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 und 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15.1 bis 15.7).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15.1 – 15.4 Blueprint und Governance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HQ-Rolle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Blueprint-Pflege und globale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Umgang mit Länderabweichungen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Freigaben auf HQ-Ebene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15.5 – 15.7 Zusammenarbeit und Stammdaten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Zusammenarbeit mit Markt und MO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Aufgabenbeschreibung versus dokumentierte Navigation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 und Coverage-Codes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982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Grenzen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gegen Markt und MO ab (15.1).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globalen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als verbindliche Grundlage aller Märkte (15.2).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Bewerten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geben Sie sie frei oder lehnen Sie sie ab (15.3); Ergebnis ins Register (Kapitel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an Coverage-Codes und SA-Matching wirken auf alle Märkte und Sparten.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werden nur nach Freigabe und mit Testnachweis veröffentlicht (Kapitel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Steuern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HQ-Ebene (15.4) nach dem Freigabeworkflow aus Kapitel 16.3.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Stimmen Sie sich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und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 (15.5); 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Aufgabenbeschreibung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dokumentierte Navigation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System (15.6).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 und 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zentral (15.7); sie steuern Produktzuordnung und Leistungsbezug.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HQ-Rolle, Blueprint und zentrale Stammdaten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globale Standards, zentrale Stammdaten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Ausprägung und Rückmeldung (Kapitel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Prüfregeln und Qualitätsrückmeldungen (Kapitel 9)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HQ-Rolle mit zentralen Pflegerechten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Governance-Prozess und Freigabestufen bekannt (Kapitel 16)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 zugänglich (Kapitel 20.6)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Blueprint-Änderung begründet und freigegeben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Länderabweichung bewertet und im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Technical Options und Coverage-Codes getestet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Markt und MO informiert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Blueprint ist Referenz für Schulung und Handbuch; Abweichungen sind je Land dokumentiert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HQ-Freigaben sind im Klärungsregister nachvollziehbar (Anhang F).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 T15-14 und T15-16 verbinden HQ-Pflege mit Markt und Governance.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Blueprint?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globale Standardprozess mit Produkten, Regeln und Stammdaten, von dem Märkte nur dokumentiert abweichen dürfen (15.2).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pflegt Coverage-Codes?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HQ zentral; Märkte nutzen sie in Produktdefinition und Leistungsbezug (15.7).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gehen HQ und Markt bei Konflikten vor?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und die Governance-Freigabe (15.4 und 16.7).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T15-14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Zentrale Grundlagen an die Marktpflege übergeben.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T15-16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Von der Pflegeentscheidung zum Governance-Nachweis.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HQ-Rolle, Blueprint und zentrale Stammdaten</dc:title>
  <dc:subject>PptxGenJS Presentation</dc:subject>
  <dc:creator>oneSCM Quick Guide</dc:creator>
  <cp:lastModifiedBy>oneSCM Quick Guide</cp:lastModifiedBy>
  <cp:revision>1</cp:revision>
  <dcterms:created xsi:type="dcterms:W3CDTF">2026-10-11T15:43:59Z</dcterms:created>
  <dcterms:modified xsi:type="dcterms:W3CDTF">2026-10-11T15:43:59Z</dcterms:modified>
</cp:coreProperties>
</file>