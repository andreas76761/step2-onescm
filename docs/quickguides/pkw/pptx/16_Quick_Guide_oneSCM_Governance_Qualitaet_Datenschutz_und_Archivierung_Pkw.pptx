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beachten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sichere Beispieldaten, sichern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16.1 bis 16.8).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Datenschutz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und sichere Beispieldaten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produktiver Funktionsstand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Versionsführung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 und Reportingnachweise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371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Schulung, Tickets und Bildschirmbildern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keine echten Kunden- oder Bankdaten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Das führende System (z. B. oneERP für Kunden) ist maßgeblich; Korrekturen erfolgen dort.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fachliche Prüfung, Freigabe, Dokumentation.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halten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produktiven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fest (16.4).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nie in Kommentare, Tickets oder Bildschirmbilder.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(Anhang I.3) und anonymisieren Sie Beispiele.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(laufender Vorgang)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(rechtssichere Ablage)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und tragen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 und Lücken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Datenschutz und Datenqualität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Freigabeworkflow, Versionsführung,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Dealer-Governance und Reportingnachweise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Datenschutzregeln des Konzerns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Ticketreferenzen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Freigabestufen des Marktes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Beispiele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Führendes System beachtet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Klärungsregister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Archivierte Dokumente sind unveränderlich; Korrekturen erzeugen neue Versionen.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Automatisierte End-to-End-Tests für Fahrzeug- und Produktmanagement sind Teil des Testnachweises je Release (16.4).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Klärungsregister ist Pflichtlektüre vor Releases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Bildschirmbild mit Kundendaten an den Support senden?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anonymisiert oder mit Testdaten; echte Daten sind zu schwärzen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Dokumentenverwaltung und Archivierung?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Dokumentenverwaltung begleitet den Vorgang, Archivierung ist die rechtssichere, unveränderliche Ablage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einen Widerspruch im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mit Kapitel, Quelle und Ticketreferenz (16.7 und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Qualität, Datenschutz und Archivierung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