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angebundenen Systeme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Auftrags-, Fahrzeug-, Vertrags-, Finanz-, Zahlungs- und Berechtigungsdaten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mit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19.1 bis 19.31).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 und Fahrzeug (19.2 – 19.10)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– Pkw-Auftragsinformationen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AFAB – Van-Auftragsinformationen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CEPRO – Van-Fahrzeugstammdaten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 – Auftrags- und Fahrzeugbezug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DSB – Kilometerstand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Warranty-and-Goodwill-API, MIC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 – Vertrag, Coverage, Claim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BS4 bzw. SDB4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Finanzen, Zahlung, Berechtigung (19.11 – 19.17)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 – Kunden- und Finanzintegration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CoFiCo und SWT – FI-Anbindung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 – Buchhaltung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 –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DATIX – Manuelle 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 und Steckbriefe (19.18 – 19.31)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Weitere Systeme, Datenplattformen, Legacy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 und Schnittstellenbetrieb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Steckbriefe: VeDoc, VERSO/VOM, oneDoC, Xentry, MBFS Bundling, POS-Kanäle, Versicherer, Lieferanten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Architekturüberblick und 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Datenquellen je Prozessschritt zu: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 und Auftrag: GO, AFAB, CEPRO, OTR, MIC, DSB (19.2 bis 19.8)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und Leistung: VEGA, BS4/SDB4, Warranty-and-Goodwill-API (19.7, 19.9, 19.10)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und Finanzen: oneERP, CoFiCo, SWT, NEMESIS, MPay (19.11 bis 19.15)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Zugang: ALICE (19.16); manuelle Übergabe: DATIX (19.17)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(19.21)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(19.22).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42885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42885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42885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Schnittstellenfehler nicht durch manuelle Doppelpflege umgehen.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Melden Sie den Fehler mit Referenznummer und System an den Support; DATIX ist nur der dokumentierte manuelle Übergabeweg.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501091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offene Nachweise (19.23).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Schlagen Sie bei Bedarf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(19.24 bis 19.31).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Architektur, Schnittstellenbetrieb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Fehlerbehandlung und Nachweise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Verständnis der Datenherkunft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Grundverständnis des Vertragsprozesses (Kapitel 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Architekturregister (19.23)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Supportweg für Schnittstellenfehler bekannt (Kapitel 23)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Systemlandkarte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Datenquelle je Prozessschritt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Fehlerweg bei Schnittstellenstörung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Steckbrief des betroffenen Systems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 nutzen unterschiedliche Auftragssysteme (GO bzw. AFAB/CEPRO).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Datenplattformen und Reporting (19.19) sind lesend angebunden.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(19.20) laufen nur bis zum Cutover (Kapitel 18.6).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Fahrzeugdaten im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nach Einstiegspunkt aus OTR, VERSO/VOM oder MIC; Van-Stammdaten aus CEPRO (19.4 bis 19.8).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macht VEGA?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VEGA führt Vertrag, Coverage und Claim für den Leistungsbezug (19.9).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wird DATIX genutzt?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für die dokumentierte manuelle Übergabe, wenn kein automatischer Weg besteht (19.17).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5387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38862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 und offene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und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IT Architektur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