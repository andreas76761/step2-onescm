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IT Architektur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19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kennen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Systemlandkarte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die angebundenen Systeme für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Auftrags-, Fahrzeug-, Vertrags-, Finanz-, Zahlungs- und Berechtigungsdaten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Integrationswege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Schnittstellenbetrieb mit Fehlerbehandlung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sowie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Einzelsteckbriefe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19.1 bis 19.31).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Auftrag und Fahrzeug (19.2 – 19.10)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 – Pkw-Auftragsinformationen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AFAB – Van-Auftragsinformationen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CEPRO – Van-Fahrzeugstammdaten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OTR – Auftrags- und Fahrzeugbezug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DSB – Kilometerstand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Warranty-and-Goodwill-API, MIC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VEGA – Vertrag, Coverage, Claim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BS4 bzw. SDB4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Finanzen, Zahlung, Berechtigung (19.11 – 19.17)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oneERP – Kunden- und Finanzintegration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CoFiCo und SWT – FI-Anbindung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NEMESIS – Buchhaltung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MPay – Zahlung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ALICE – Berechtigungen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DATIX – Manuelle Übergabe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Betrieb und Steckbriefe (19.18 – 19.31)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Weitere Systeme, Datenplattformen, Legacy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Integrationswege und Schnittstellenbetrieb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Architekturregister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Steckbriefe: VeDoc, VERSO/VOM, oneDoC, Xentry, MBFS Bundling, POS-Kanäle, Versicherer, Lieferanten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flow_1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7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8" name="Schritte"/>
          <p:cNvSpPr txBox="1"/>
          <p:nvPr/>
        </p:nvSpPr>
        <p:spPr>
          <a:xfrm>
            <a:off x="5065776" y="2606040"/>
            <a:ext cx="46451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Starten Sie 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Architekturüberblick und Systemlandkarte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(19.1).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Ordnen Sie die Datenquellen je Prozessschritt zu: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 und Auftrag: GO, AFAB, CEPRO, OTR, MIC, DSB (19.2 bis 19.8)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 und Leistung: VEGA, BS4/SDB4, Warranty-and-Goodwill-API (19.7, 19.9, 19.10)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 und Finanzen: oneERP, CoFiCo, SWT, NEMESIS, MPay (19.11 bis 19.15)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Zugang: ALICE (19.16); manuelle Übergabe: DATIX (19.17)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Kennen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technischen Integrationswege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(19.21) und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Schnittstellenbetrieb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Fehlerbehandlung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(19.22).</a:t>
            </a:r>
            <a:endParaRPr lang="en-US" sz="900" dirty="0"/>
          </a:p>
        </p:txBody>
      </p:sp>
      <p:sp>
        <p:nvSpPr>
          <p:cNvPr id="19" name="Warnhinweis"/>
          <p:cNvSpPr/>
          <p:nvPr/>
        </p:nvSpPr>
        <p:spPr>
          <a:xfrm>
            <a:off x="5047488" y="42885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0" name="Warnzeichen"/>
          <p:cNvSpPr txBox="1"/>
          <p:nvPr/>
        </p:nvSpPr>
        <p:spPr>
          <a:xfrm>
            <a:off x="5120640" y="42885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Warntext"/>
          <p:cNvSpPr txBox="1"/>
          <p:nvPr/>
        </p:nvSpPr>
        <p:spPr>
          <a:xfrm>
            <a:off x="5458968" y="42885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Schnittstellenfehler nicht durch manuelle Doppelpflege umgehen.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Melden Sie den Fehler mit Referenznummer und System an den Support; DATIX ist nur der dokumentierte manuelle Übergabeweg.</a:t>
            </a:r>
            <a:endParaRPr lang="en-US" sz="900" dirty="0"/>
          </a:p>
        </p:txBody>
      </p:sp>
      <p:sp>
        <p:nvSpPr>
          <p:cNvPr id="22" name="Schritte"/>
          <p:cNvSpPr txBox="1"/>
          <p:nvPr/>
        </p:nvSpPr>
        <p:spPr>
          <a:xfrm>
            <a:off x="5065776" y="5010912"/>
            <a:ext cx="4645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Architekturregister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für offene Nachweise (19.23).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Schlagen Sie bei Bedarf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Einzelsteckbriefe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nach (19.24 bis 19.31).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IT Architektur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19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HQ/IT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Architektur, Schnittstellenbetrieb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Fehlerbehandlung und Nachweise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Verständnis der Datenherkunft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Grundverständnis des Vertragsprozesses (Kapitel 3)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Zugriff auf das Architekturregister (19.23)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Supportweg für Schnittstellenfehler bekannt (Kapitel 23)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Systemlandkarte verstanden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Datenquelle je Prozessschritt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Fehlerweg bei Schnittstellenstörung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Steckbrief des betroffenen Systems gelesen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Pkw und Van nutzen unterschiedliche Auftragssysteme (GO bzw. AFAB/CEPRO).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Datenplattformen und Reporting (19.19) sind lesend angebunden.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Legacy-Systeme (19.20) laufen nur bis zum Cutover (Kapitel 18.6).</a:t>
            </a:r>
            <a:endParaRPr lang="en-US" sz="900" dirty="0"/>
          </a:p>
        </p:txBody>
      </p:sp>
      <p:pic>
        <p:nvPicPr>
          <p:cNvPr id="17" name="Prozessbild" descr="/tmp/claude-0/-home-user-step2-oneSCM/768b354c-b2c6-524c-b102-2abaf010b0fe/scratchpad/qg/src/img/landscape_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713232"/>
            <a:ext cx="4663440" cy="1207008"/>
          </a:xfrm>
          <a:prstGeom prst="rect">
            <a:avLst/>
          </a:prstGeom>
        </p:spPr>
      </p:pic>
      <p:sp>
        <p:nvSpPr>
          <p:cNvPr id="18" name="FAQ"/>
          <p:cNvSpPr/>
          <p:nvPr/>
        </p:nvSpPr>
        <p:spPr>
          <a:xfrm>
            <a:off x="5047488" y="2029968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9" name="FAQ Inhalt"/>
          <p:cNvSpPr txBox="1"/>
          <p:nvPr/>
        </p:nvSpPr>
        <p:spPr>
          <a:xfrm>
            <a:off x="5157216" y="2103120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Woher kommen die Fahrzeugdaten im Antrag?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Je nach Einstiegspunkt aus OTR, GO oder MIC (Kapitel 19.2); Van-Stammdaten aus CEPRO (19.4 bis 19.8).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macht VEGA?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VEGA führt Vertrag, Coverage und Claim für den Leistungsbezug (19.9).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Wann wird DATIX genutzt?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Nur für die dokumentierte manuelle Übergabe, wenn kein automatischer Weg besteht (19.17).</a:t>
            </a:r>
            <a:endParaRPr lang="en-US" sz="900" dirty="0"/>
          </a:p>
        </p:txBody>
      </p:sp>
      <p:sp>
        <p:nvSpPr>
          <p:cNvPr id="20" name="Wichtige Links und Ansprechpartner"/>
          <p:cNvSpPr/>
          <p:nvPr/>
        </p:nvSpPr>
        <p:spPr>
          <a:xfrm>
            <a:off x="5047488" y="3538728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1" name="Kartentitel"/>
          <p:cNvSpPr txBox="1"/>
          <p:nvPr/>
        </p:nvSpPr>
        <p:spPr>
          <a:xfrm>
            <a:off x="5157216" y="36118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2" name="Karteninhalt"/>
          <p:cNvSpPr txBox="1"/>
          <p:nvPr/>
        </p:nvSpPr>
        <p:spPr>
          <a:xfrm>
            <a:off x="5157216" y="3886200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Architekturregister und offene Nachweise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19.23.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Schnittstellenbetrieb und Fehlerbehandlung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19.22.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IT Architektur</dc:title>
  <dc:subject>PptxGenJS Presentation</dc:subject>
  <dc:creator>oneSCM Quick Guide</dc:creator>
  <cp:lastModifiedBy>oneSCM Quick Guide</cp:lastModifiedBy>
  <cp:revision>1</cp:revision>
  <dcterms:created xsi:type="dcterms:W3CDTF">2026-10-11T15:44:00Z</dcterms:created>
  <dcterms:modified xsi:type="dcterms:W3CDTF">2026-10-11T15:44:00Z</dcterms:modified>
</cp:coreProperties>
</file>