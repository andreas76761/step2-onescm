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lesen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20.1 bis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 und Produkte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Abwicklung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und Qualität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gegenüber Kapitel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und deren Pflege durch den Markt (Kapitel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Nicht dokumentierte Länderabweichungen sind unzulässig.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Zweifel gilt der Blueprint; Abweichungen werden über Markt und HQ ins Register aufgenommen.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die landesspezifischen Regeln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(20.4), z. B. Sprachvarianten und zulässige Signaturarten.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(20.5, Kapitel 17 und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jede Abweichung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nur dokumentierte Abweichungen gelten.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Länderprofil und Abweichungsregister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Abweichungen freigeben (Kapitel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Regeln anwenden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Eigenes Land und Markt sind bekannt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Länderabweichungsregister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Blueprint-Kenntnis (Kapitel 15.2)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Länderprofil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Rollen und Zugang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Produkt- und Zahlungsregeln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im Register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enthält je Abweichung Grund, Freigabe und Gültigkeit.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Signaturarten und Dokumentensprachen können je Land abweichen (Kapitel 7.4 bis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Marktbezug stehen in Kapitel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mein Quick Guide in jedem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Standardprozess ja; landesspezifische Abweichungen stehen im Länderprofil und Register (20.1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trägt Abweichungen ein?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beantragt, HQ gibt frei (15.3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Signaturarten gibt es in meinem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Siehe Kapitel 20.4 und das Länderprofil.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Länderspezifische Themen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