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Länderspezifische Themen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20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lesen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Länder- und Marktprofil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kennen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lokale Rollen und Zugangsvarianten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lokale Produkte, Preise und Kampagnen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Zahlung, Dokumente und Signatur je Land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länderbezogene Einführung und Migration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20.1 bis 20.6).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2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20.1 – 20.3 Profil und Produkte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Länder- und Marktprofil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Lokale Rollen und Zugangsvarianten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Lokale Produkte, Preise und Kampagnen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20.4 – 20.6 Abwicklung und Qualität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Zahlung, Dokumente und Signatur je Land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Länderbezogene Einführung und Migration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Länderabweichungsregister und Qualität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2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12394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2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Länder- und Marktprofil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Ihres Landes (20.1).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lokale Rollen und Zugangsvarianten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(20.2) gegenüber Kapitel 2.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Beachten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lokale Produkte, Preise und Kampagnen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(20.3) und deren Pflege durch den Markt (Kapitel 14).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46557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46557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46557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Nicht dokumentierte Länderabweichungen sind unzulässig.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Im Zweifel gilt der Blueprint; Abweichungen werden über Markt und HQ ins Register aufgenommen.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050792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Wenden Sie die landesspezifischen Regeln für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Zahlung, Dokumente und Signatur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 (20.4), z. B. Sprachvarianten und zulässige Signaturarten.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Verfolgen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Einführung und Migration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Ihres Landes (20.5, Kapitel 17 und 18).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jede Abweichung im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(20.6); nur dokumentierte Abweichungen gelten.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Länderspezifische Themen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20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Länderprofil und Abweichungsregister pflegen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Abweichungen freigeben (Kapitel 15.3)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Dealer/MO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lokale Regeln anwenden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Eigenes Land und Markt sind bekannt (Kapitel 2.4)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Zugriff auf das Länderabweichungsregister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Blueprint-Kenntnis (Kapitel 15.2)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Länderprofil gelesen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Lokale Rollen und Zugang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Lokale Produkt- und Zahlungsregeln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Abweichungen im Register geprüft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Register enthält je Abweichung Grund, Freigabe und Gültigkeit.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Signaturarten und Dokumentensprachen können je Land abweichen (Kapitel 7.4 bis 7.6).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Bekannte Fehler mit Marktbezug stehen in Kapitel 23.2.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261872"/>
          </a:xfrm>
          <a:prstGeom prst="roundRect">
            <a:avLst>
              <a:gd name="adj" fmla="val 724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Gilt mein Quick Guide in jedem Land?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Standardprozess ja; landesspezifische Abweichungen stehen im Länderprofil und Register (20.1 und 20.6).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 trägt Abweichungen ein?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Markt beantragt, HQ gibt frei (15.3 und 20.6).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Welche Signaturarten gibt es in meinem Land?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Siehe Kapitel 20.4 und das Länderprofil.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08483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1579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43230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20.6.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und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23 mit Fragen je Prozessphase und bekannten Fehlern je Markt und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Länderspezifische Themen</dc:title>
  <dc:subject>PptxGenJS Presentation</dc:subject>
  <dc:creator>oneSCM Quick Guide</dc:creator>
  <cp:lastModifiedBy>oneSCM Quick Guide</cp:lastModifiedBy>
  <cp:revision>1</cp:revision>
  <dcterms:created xsi:type="dcterms:W3CDTF">2026-10-11T15:41:03Z</dcterms:created>
  <dcterms:modified xsi:type="dcterms:W3CDTF">2026-10-11T15:41:03Z</dcterms:modified>
</cp:coreProperties>
</file>