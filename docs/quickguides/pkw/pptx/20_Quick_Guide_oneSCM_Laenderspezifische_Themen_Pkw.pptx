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Länderspezifische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lesen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 je Land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20.1 bis 20.6).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20.1 – 20.3 Profil und Produkte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20.4 – 20.6 Abwicklung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 je Land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 und Qualität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2394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Landes (20.1).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(20.2) gegenüber Kapitel 2.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(20.3) und deren Pflege durch den Markt (Kapitel 14).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4655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4655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4655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Nicht dokumentierte Länderabweichungen sind unzulässig.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Zweifel gilt der Blueprint; Abweichungen werden über Markt und HQ ins Register aufgenommen.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0507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die landesspezifischen Regeln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(20.4), z. B. Sprachvarianten und zulässige Signaturarten.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Einführung und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Landes (20.5, Kapitel 17 und 18).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jede Abweichung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(20.6); nur dokumentierte Abweichungen gelten.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Länderspezifische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Länderprofil und Abweichungsregister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Abweichungen freigeben (Kapitel 15.3)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Regeln anwenden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Eigenes Land und Markt sind bekannt (Kapitel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Länderabweichungsregister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Blueprint-Kenntnis (Kapitel 15.2)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Länderprofil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Lokale Rollen und Zugang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Lokale Produkt- und Zahlungsregeln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im Register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Register enthält je Abweichung Grund, Freigabe und Gültigkeit.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Signaturarten und Dokumentensprachen können je Land abweichen (Kapitel 7.4 bis 7.6).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Marktbezug stehen in Kapitel 23.2.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mein Quick Guide in jedem Land?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Standardprozess ja; landesspezifische Abweichungen stehen im Länderprofil und Register (20.1 und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trägt Abweichungen ein?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beantragt, HQ gibt frei (15.3 und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Signaturarten gibt es in meinem Land?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Siehe Kapitel 20.4 und das Länderprofil.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Länderspezifische Themen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