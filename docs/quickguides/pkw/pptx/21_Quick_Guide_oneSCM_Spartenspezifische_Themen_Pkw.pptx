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Spartenspezifische Themen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Spartenprofil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Abgrenzung Pkw/Van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Fahrzeugdaten und Kennungen je Sparte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Produkte und Preisparameter je Sparte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Antrag, Signatur und Aktivierung je Sparte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Verwaltung und Finanzfolgen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Spartenplanung, Tests und Freigaben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21.1 bis 21.6).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2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21.1 – 21.3 Profil und Daten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Spartenprofil und Abgrenzung Pkw/Van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Fahrzeugdaten und Kennungen je Sparte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Produkte und Preisparameter je Sparte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21.4 – 21.6 Prozess und Planung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Antrag, Signatur und Aktivierung je Sparte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Verwaltung und Finanzfolgen je Sparte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Spartenplanung, Tests und Freigaben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2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6110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2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Spartenprofil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Abgrenzung Pkw/Van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(21.1).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Kennungen je Sparte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(21.2):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Pkw: Auftragsdaten aus GO (Kapitel 19.2)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Van: Auftragsdaten aus AFAB, Stammdaten aus CEPRO, Baumuster-Clustering (Kapitel 19.3, 19.4, 14.11)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Produkte und Preisparameter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Sparte (21.3).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822192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822192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822192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Pkw- und Van-Verträge nutzen unterschiedliche Auftragssysteme und Kennungen.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falscher Spartenkontext führt zu falschen Produkten und Preisen; prüfen Sie den Kontext vor dem Angebot.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544568"/>
            <a:ext cx="464515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Führen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Antrag, Signatur und Aktivierung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nach den Spartenregeln durch (21.4).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Beachten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Verwaltung und Finanzfolgen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je Sparte (21.5).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Spartenplanung, Tests und Freigaben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liegen bei Markt und HQ (21.6).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Spartenspezifische Themen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spartenrichtige Erfassung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Produkte und Preise je Sparte (Kapitel 14.11)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Spartenplanung und Freigaben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 für die jeweilige Sparte freigeschaltet (z. B. oneSCM.DealerPKW)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Spartenkontext ist gesetzt (Kapitel 2.4)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Fahrzeugkennungen der Sparte bekannt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Spartenkontext korrekt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Kennung der Sparte verwendet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Produkt der Sparte gewählt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Spartenregeln für Signatur und Aktivierung beachtet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316736"/>
          </a:xfrm>
          <a:prstGeom prst="roundRect">
            <a:avLst>
              <a:gd name="adj" fmla="val 694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 Pkw-Variante beruht auf dem Van-Beispiel „Antragserstellung und -verwaltung“; Pkw-Kennungen siehe Kapitel 21.2.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BM6-Ablauf für Vans bietet alle zu Baumuster und Motortyp passenden Verkaufsbezeichnungen an; Baumuster mit sieben und acht Stellen sind zulässig (21.2).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Spartenübergreifende Sonderfälle in Kapitel 12.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261872"/>
          </a:xfrm>
          <a:prstGeom prst="roundRect">
            <a:avLst>
              <a:gd name="adj" fmla="val 724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mit der Pkw-Rolle Van-Verträge anlegen?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Nein, dafür ist die Van-Rolle und der passende Kontext nötig (Kapitel 2.2).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Warum unterscheiden sich die Einstiegspunkte?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Weil Pkw und Van unterschiedliche Auftrags- und Stammdatensysteme haben (21.2 und 19).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stehen die Spartentests?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Kapitel 21.6 und im Testdatenkatalog (Anhang I.3).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08483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1579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43230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Spartenprofil Pkw/Van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21.1.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Spartenspezifische Themen</dc:title>
  <dc:subject>PptxGenJS Presentation</dc:subject>
  <dc:creator>oneSCM Quick Guide</dc:creator>
  <cp:lastModifiedBy>oneSCM Quick Guide</cp:lastModifiedBy>
  <cp:revision>1</cp:revision>
  <dcterms:created xsi:type="dcterms:W3CDTF">2026-10-11T16:25:26Z</dcterms:created>
  <dcterms:modified xsi:type="dcterms:W3CDTF">2026-10-11T16:25:26Z</dcterms:modified>
</cp:coreProperties>
</file>