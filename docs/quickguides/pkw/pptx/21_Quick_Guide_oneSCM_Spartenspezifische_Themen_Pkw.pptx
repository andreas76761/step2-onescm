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Spartenspezifische Themen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21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1/2</a:t>
            </a:r>
            <a:endParaRPr lang="en-US" sz="700" dirty="0"/>
          </a:p>
        </p:txBody>
      </p:sp>
      <p:sp>
        <p:nvSpPr>
          <p:cNvPr id="8" name="Ziel und Nutzen"/>
          <p:cNvSpPr/>
          <p:nvPr/>
        </p:nvSpPr>
        <p:spPr>
          <a:xfrm>
            <a:off x="201168" y="713232"/>
            <a:ext cx="4663440" cy="1581912"/>
          </a:xfrm>
          <a:prstGeom prst="roundRect">
            <a:avLst>
              <a:gd name="adj" fmla="val 578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Ziel und Nutzen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Sie kennen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Spartenprofil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Abgrenzung Pkw/Van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Fahrzeugdaten und Kennungen je Sparte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Produkte und Preisparameter je Sparte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Antrag, Signatur und Aktivierung je Sparte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Verwaltung und Finanzfolgen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sowie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Spartenplanung, Tests und Freigaben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(Kapitel 21.1 bis 21.6).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/badge_2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404872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Dieses Dokument ist interaktiv – Verweise auf Handbuchkapitel und Systeme sind als Links hinterlegt.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8437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Die Themen im Überblick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3118104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21.1 – 21.3 Profil und Daten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Spartenprofil und Abgrenzung Pkw/Van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Fahrzeugdaten und Kennungen je Sparte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Produkte und Preisparameter je Sparte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3118104"/>
            <a:ext cx="22402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21.4 – 21.6 Prozess und Planung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Antrag, Signatur und Aktivierung je Sparte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Verwaltung und Finanzfolgen je Sparte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Spartenplanung, Tests und Freigaben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/landscape_2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61104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/flow_2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150876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23317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So gehen Sie vor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606040"/>
            <a:ext cx="4645152" cy="1106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Lesen Sie das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Spartenprofil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und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Abgrenzung Pkw/Van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(21.1).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Nutzen Sie die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Kennungen je Sparte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(21.2):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Pkw: Auftragsdaten aus GO (Kapitel 19.2)</a:t>
            </a:r>
            <a:endParaRPr lang="en-US" sz="900" dirty="0"/>
          </a:p>
          <a:p>
            <a:pPr lvl="1" marL="3048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Van: Auftragsdaten aus AFAB, Stammdaten aus CEPRO, Baumuster-Clustering (Kapitel 19.3, 19.4, 14.11)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Wählen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Produkte und Preisparameter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der Sparte (21.3).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3822192"/>
            <a:ext cx="4663440" cy="612648"/>
          </a:xfrm>
          <a:prstGeom prst="roundRect">
            <a:avLst>
              <a:gd name="adj" fmla="val 11940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3822192"/>
            <a:ext cx="2743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3822192"/>
            <a:ext cx="416052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Pkw- und Van-Verträge nutzen unterschiedliche Auftragssysteme und Kennungen.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Ein falscher Spartenkontext führt zu falschen Produkten und Preisen; prüfen Sie den Kontext vor dem Angebot.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4544568"/>
            <a:ext cx="4645152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Führen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Antrag, Signatur und Aktivierung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nach den Spartenregeln durch (21.4).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Beachten Sie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Verwaltung und Finanzfolgen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je Sparte (21.5).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6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Spartenplanung, Tests und Freigaben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liegen bei Markt und HQ (21.6).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Spartenspezifische Themen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für Pkw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Hinweis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Dieser Quick Guide fasst Kapitel 21 des oneSCM-Handbuchs zusammen. Details, Bildschirmbilder und Nachweise finden Sie im Handbuch.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STAND: 11.10.2026 | 2/2</a:t>
            </a:r>
            <a:endParaRPr lang="en-US" sz="700" dirty="0"/>
          </a:p>
        </p:txBody>
      </p:sp>
      <p:sp>
        <p:nvSpPr>
          <p:cNvPr id="8" name="Rollen und Voraussetzungen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Rollen und Voraussetzungen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Beteiligte Rollen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Dealer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spartenrichtige Erfassung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Markt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Produkte und Preise je Sparte (Kapitel 14.11)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Spartenplanung und Freigaben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Voraussetzungen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Rolle für die jeweilige Sparte freigeschaltet (z. B. oneSCM.DealerPKW)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Spartenkontext ist gesetzt (Kapitel 2.4)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Fahrzeugkennungen der Sparte bekannt</a:t>
            </a:r>
            <a:endParaRPr lang="en-US" sz="900" dirty="0"/>
          </a:p>
        </p:txBody>
      </p:sp>
      <p:sp>
        <p:nvSpPr>
          <p:cNvPr id="11" name="Checkliste vor dem Abschluss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Checkliste vor dem Abschluss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Spartenkontext korrekt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Kennung der Sparte verwendet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Produkt der Sparte gewählt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Spartenregeln für Signatur und Aktivierung beachtet</a:t>
            </a:r>
            <a:endParaRPr lang="en-US" sz="900" dirty="0"/>
          </a:p>
        </p:txBody>
      </p:sp>
      <p:sp>
        <p:nvSpPr>
          <p:cNvPr id="14" name="Hinweise und Stolpersteine"/>
          <p:cNvSpPr/>
          <p:nvPr/>
        </p:nvSpPr>
        <p:spPr>
          <a:xfrm>
            <a:off x="201168" y="4242816"/>
            <a:ext cx="4663440" cy="1170432"/>
          </a:xfrm>
          <a:prstGeom prst="roundRect">
            <a:avLst>
              <a:gd name="adj" fmla="val 7813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Hinweise und Stolpersteine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Diese Pkw-Variante beruht auf dem Van-Beispiel „Antragserstellung und -verwaltung“; Pkw-Kennungen siehe Kapitel 21.2.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Van-Baumuster werden in Fahrzeuggruppen geclustert (Kapitel 14.11).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Spartenübergreifende Sonderfälle in Kapitel 12.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261872"/>
          </a:xfrm>
          <a:prstGeom prst="roundRect">
            <a:avLst>
              <a:gd name="adj" fmla="val 724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Häufig gestellte Fragen und Antworten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Kann ich mit der Pkw-Rolle Van-Verträge anlegen?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Nein, dafür ist die Van-Rolle und der passende Kontext nötig (Kapitel 2.2).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Warum unterscheiden sich die Einstiegspunkte?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Weil Pkw und Van unterschiedliche Auftrags- und Stammdatensysteme haben (21.2 und 19).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Wo stehen die Spartentests?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In Kapitel 21.6 und im Testdatenkatalog (Anhang I.3).</a:t>
            </a:r>
            <a:endParaRPr lang="en-US" sz="900" dirty="0"/>
          </a:p>
        </p:txBody>
      </p:sp>
      <p:sp>
        <p:nvSpPr>
          <p:cNvPr id="19" name="Wichtige Links und Ansprechpartner"/>
          <p:cNvSpPr/>
          <p:nvPr/>
        </p:nvSpPr>
        <p:spPr>
          <a:xfrm>
            <a:off x="5047488" y="2084832"/>
            <a:ext cx="4663440" cy="1636776"/>
          </a:xfrm>
          <a:prstGeom prst="roundRect">
            <a:avLst>
              <a:gd name="adj" fmla="val 5587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1579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Wichtige Links und Ansprechpartner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432304"/>
            <a:ext cx="44805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Spartenprofil Pkw/Van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21.1.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Handbuch oneSCM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Vollständige Kapitel mit Bildschirmbildern, Rollen-, Status- und Scopematrizen (Anhang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FAQ und Troubleshooting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Kapitel 23 mit Fragen je Prozessphase und bekannten Fehlern je Markt und Release.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und Eskalation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Supportfall mit Referenznummer, Markt, Sparte und Bildschirmbild melden (Kapitel 23.4 und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Spartenspezifische Themen</dc:title>
  <dc:subject>PptxGenJS Presentation</dc:subject>
  <dc:creator>oneSCM Quick Guide</dc:creator>
  <cp:lastModifiedBy>oneSCM Quick Guide</cp:lastModifiedBy>
  <cp:revision>1</cp:revision>
  <dcterms:created xsi:type="dcterms:W3CDTF">2026-10-11T15:44:00Z</dcterms:created>
  <dcterms:modified xsi:type="dcterms:W3CDTF">2026-10-11T15:44:00Z</dcterms:modified>
</cp:coreProperties>
</file>