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Ausblick und Weiterentwicklung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22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Sie kennen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bestätigten Funktionsstand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geplanten Erweiterungen und offenen Anforderungen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Auswirkungen auf Schulung und Handbuch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sowie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Releaseinformationen und Änderungsübersicht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22.1 bis 22.4).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2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Die Themen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22.1 – 22.2 Stand und Planung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Bestätigter Funktionsstand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Geplante Erweiterungen und offene Anforderungen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22.3 – 22.4 Auswirkung und Release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Auswirkungen auf Schulung und Handbuch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Releaseinformationen und Änderungsübersicht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2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3941064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2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Prüfen Sie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bestätigten Funktionsstand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(22.1): Nur dokumentierte und getestete Funktionen gelten als produktiv (Kapitel 16.4).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Lesen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geplante Erweiterungen und offene Anforderungen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(22.2); sie sind nicht Teil des aktuellen Prozesses.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2862072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2862072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2862072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Geplante Funktionen dürfen nicht geschult oder Kunden zugesagt werden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bevor sie als produktiver Funktionsstand bestätigt sind.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447288"/>
            <a:ext cx="46451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Bewerten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Auswirkungen auf Schulung und Handbuch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(22.3) und planen Sie Aktualisierungen der Quick Guides.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Verfolgen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Releaseinformationen und Änderungsübersicht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(22.4) und gleichen Sie den Stand in der Fußzeile der Guides ab.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Ausblick und Weiterentwicklung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22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HQ/Projekt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Releaseplanung und Änderungsübersicht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Bewertung der Auswirkungen auf Schulung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Alle Rollen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Kenntnis des gültigen Funktionsstands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Aktuelle Handbuchversion und Releasestand bekannt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Zugriff auf Releaseinformationen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Klärungsregister für offene Anforderungen (Anhang F)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Funktionsstand geprüft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Offene Anforderungen bekannt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Schulungsbedarf bewertet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Release-Änderungen gelesen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Jede Änderung hat eine Ticketreferenz (Kapitel 16.6).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Releasebezogene bekannte Fehler stehen in Kapitel 23.2.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Der Stand jedes Quick Guides steht in der Fußzeile.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Woher weiß ich, ob eine Funktion produktiv ist?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Aus dem bestätigten Funktionsstand (22.1) und den Testnachweisen (16.4).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Wie oft werden die Quick Guides aktualisiert?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Mit jedem Release, das Prozessschritte ändert (22.3 und 22.4).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Wo melde ich eine neue Anforderung?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Über das Klärungsregister und den Markt an HQ (22.2 und 16.7).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221992"/>
            <a:ext cx="4663440" cy="1636776"/>
          </a:xfrm>
          <a:prstGeom prst="roundRect">
            <a:avLst>
              <a:gd name="adj" fmla="val 5587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Releaseinformationen und Änderungsübersicht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Kapitel 22.4.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FAQ und Troubleshooting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Kapitel 23 mit Fragen je Prozessphase und bekannten Fehlern je Markt und Release.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Ausblick und Weiterentwicklung</dc:title>
  <dc:subject>PptxGenJS Presentation</dc:subject>
  <dc:creator>oneSCM Quick Guide</dc:creator>
  <cp:lastModifiedBy>oneSCM Quick Guide</cp:lastModifiedBy>
  <cp:revision>1</cp:revision>
  <dcterms:created xsi:type="dcterms:W3CDTF">2026-10-11T15:41:03Z</dcterms:created>
  <dcterms:modified xsi:type="dcterms:W3CDTF">2026-10-11T15:41:03Z</dcterms:modified>
</cp:coreProperties>
</file>