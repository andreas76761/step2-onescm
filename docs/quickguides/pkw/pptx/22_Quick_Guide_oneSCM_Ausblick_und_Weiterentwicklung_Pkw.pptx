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Ausblick und Weiterentwicklung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bestätigten Funktionsstand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geplanten Erweiterungen und offenen Anforderungen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Auswirkungen auf Schulung und Handbuch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22.1 bis 22.4).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2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22.1 – 22.2 Stand und Planung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Bestätigter Funktionsstand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 Erweiterungen und offene Anforderungen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22.3 – 22.4 Auswirkung und Release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Auswirkungen auf Schulung und Handbuch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2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394106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2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bestätigten Funktionsstand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(22.1): Nur dokumentierte und getestete Funktionen gelten als produktiv (Kapitel 16.4).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 Erweiterungen und offene Anforderungen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(22.2); sie sind nicht Teil des aktuellen Prozesses.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862072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862072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862072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 Funktionen dürfen nicht geschult oder Kunden zugesagt werden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bevor sie als produktiver Funktionsstand bestätigt sind.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447288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Bewerten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Auswirkungen auf Schulung und Handbuch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(22.3) und planen Sie Aktualisierungen der Quick Guides.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(22.4) und gleichen Sie den Stand in der Fußzeile der Guides ab.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Ausblick und Weiterentwicklung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HQ/Projekt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Releaseplanung und Änderungsübersicht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Bewertung der Auswirkungen auf Schulung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Kenntnis des gültigen Funktionsstands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Aktuelle Handbuchversion und Releasestand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Releaseinformationen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 für offene Anforderungen (Anhang F)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Funktionsstand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Offene Anforderungen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Schulungsbedarf bewertet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Release-Änderungen gelesen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Jede Änderung hat eine Ticketreferenz (Kapitel 16.6).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Releasebezogene bekannte Fehler stehen in Kapitel 23.2.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Stand jedes Quick Guides steht in der Fußzeile.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weiß ich, ob eine Funktion produktiv ist?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dem bestätigten Funktionsstand (22.1) und den Testnachweisen (16.4).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oft werden die Quick Guides aktualisiert?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jedem Release, das Prozessschritte ändert (22.3 und 22.4).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melde ich eine neue Anforderung?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Klärungsregister und den Markt an HQ (22.2 und 16.7).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22.4.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Ausblick und Weiterentwicklung</dc:title>
  <dc:subject>PptxGenJS Presentation</dc:subject>
  <dc:creator>oneSCM Quick Guide</dc:creator>
  <cp:lastModifiedBy>oneSCM Quick Guide</cp:lastModifiedBy>
  <cp:revision>1</cp:revision>
  <dcterms:created xsi:type="dcterms:W3CDTF">2026-10-11T15:44:00Z</dcterms:created>
  <dcterms:modified xsi:type="dcterms:W3CDTF">2026-10-11T15:44:00Z</dcterms:modified>
</cp:coreProperties>
</file>