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B.1: Alltagschecklisten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B.1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Alltagschecklisten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fassen je Prozessphase die Prüfpunkte zusammen, die vor dem nächsten Schritt erfüllt sein müssen: vom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und Signatur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Checklisten Vertragsprozess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dem Angebot (Kapitel 4 und 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dem Speichern des Antrags (Kapitel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der Signatur (Kapitel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der Aktivierungsprüfung (Kapitel 8 und 9)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Checklisten Betrieb und Pflege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Vertragsänderungen (Kapitel 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Übergabe an Finanzen (Kapitel 11)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Veröffentlichung von Produkt und Preis (Kapitel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Freigaben auf HQ-Ebene (Kapitel 15)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B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 der Prozessphase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in der Ihr Vorgang steht (Prozesslandkarte, Kapitel 3.4).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Prüfpunkte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Reihe nach ab; jeder Punkt verweist auf das Kapitel mit der Beschreibung.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Markieren Sie offene Punkte und klären Sie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dem nächsten Schritt, nicht danach.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Eine abgearbeitete Checkliste ersetzt nicht die Systemprüfung.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Validierungsregeln (Kapitel 6.4) und MO Checks (Kapitel 9) gelten unabhängig von der Checkliste.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MO-Prüfungen dokumentieren Sie das Ergebnis der Checkliste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9.3).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Fehlt ein Prüfpunkt, melden Sie ihn über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(Anhang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B.1: Alltagschecklisten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B.1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Checklisten vor Angebot, Antrag und Signatur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Prüfcheckliste vor Freigabe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Checklisten vor Veröffentlichung und Freigabe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Zuständiges Prozesskapitel ist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 oder Vorgang liegt vor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 in aktueller Handbuchversion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Passende Checkliste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Alle Prüfpunkte abgearbeitet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Offene Punkte vor dem nächsten Schritt geklärt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Fehlende Prüfpunkte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Checklisten entsprechen den Abschnitten „Checkliste vor dem Abschluss“ in den Quick Guides der Kapitel.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Checklisten sind je Markt um lokale Punkte ergänzt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 zu den Checklisten stehen in Anhang I.1.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Sind die Checklisten verbindlich?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sind Arbeitshilfen; verbindlich sind die Prozessregeln der Kapitel und die Systemprüfungen.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die Checklisten zum Ausdrucken?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Anhang B.1 ist als Druckvariante im Handbuchexport enthalten (Kapitel 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werden Checklisten aktualisiert?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jedem Release über die Änderungsübersicht (Kapitel 22.4).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Alltagschecklisten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B.1.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B.1: Alltagschecklisten</dc:title>
  <dc:subject>PptxGenJS Presentation</dc:subject>
  <dc:creator>oneSCM Quick Guide</dc:creator>
  <cp:lastModifiedBy>oneSCM Quick Guide</cp:lastModifiedBy>
  <cp:revision>1</cp:revision>
  <dcterms:created xsi:type="dcterms:W3CDTF">2026-10-11T15:44:00Z</dcterms:created>
  <dcterms:modified xsi:type="dcterms:W3CDTF">2026-10-11T15:44:00Z</dcterms:modified>
</cp:coreProperties>
</file>