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C.1: Prozessdiagramme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C.1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von Angebot bis Vertragsende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zwischen Rollen und Systemen. Dieser Guide erklärt, wie Sie die Diagramme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auf Ihren Vorgang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anwenden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 (Gesamtprozess)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Teilprozesse: Angebot, Antrag, Signatur, Aktivierung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Verwaltung, Beendigung, Abrechnung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Pflegeprozesse Markt und HQ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Symbolik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Rechteck: Prozessschritt mit Kapitelverweis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Raute: Entscheidung oder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Pfeil: Übergabe, beschriftet mit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Farbe: Rolle, die den Schritt ausführt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C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C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finden Sie die Phase Ihres Vorgangs.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Teilprozessdiagramm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Phase; jeder Schritt nennt das Kapitel.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den Pfeilen: Welcher Status muss erreicht sein, welche Rolle übernimmt?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 zeigen den Standardprozess.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Länder- und Spartenabweichungen (Kapitel 20 und 21) sind nur dort dokumentiert, nicht im Diagramm.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(Rauten): Sonderfreigabe, MO Check, Ablehnung führen in Alternativpfade.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(T6-7 bis T15-16) für den Wechsel zwischen den Kapiteln.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C.1: Prozessdiagramme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C.1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lesen und Vorgang einordnen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als Einstieg nutzen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pflegen und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Grundkenntnis der Prozesslandkarte (Kapitel 3.4)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und Prozessphase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Symbolik der Diagramme (Legende)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Phase in der Landkarte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Teilprozess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Übergaben und Status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Alternativpfade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Diagramme sind im Dashboard als Klickstrecke abgebildet.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 im Detail stehen in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 werden mit jedem Release geprüft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Welches Diagramm brauche ich für die Antragserstellung?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Teilprozess Antrag (Kapitel 6) mit Übergang T6-7 zur Signatur.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bedeuten die Farben?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Rolle, die den Schritt ausführt: Dealer, MO, Markt, HQ oder System.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Diagramme exportieren?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den Handbuchexport (Kapitel 16.5).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C.1.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C.1: Prozessdiagramme</dc:title>
  <dc:subject>PptxGenJS Presentation</dc:subject>
  <dc:creator>oneSCM Quick Guide</dc:creator>
  <cp:lastModifiedBy>oneSCM Quick Guide</cp:lastModifiedBy>
  <cp:revision>1</cp:revision>
  <dcterms:created xsi:type="dcterms:W3CDTF">2026-10-11T15:44:00Z</dcterms:created>
  <dcterms:modified xsi:type="dcterms:W3CDTF">2026-10-11T15:44:00Z</dcterms:modified>
</cp:coreProperties>
</file>