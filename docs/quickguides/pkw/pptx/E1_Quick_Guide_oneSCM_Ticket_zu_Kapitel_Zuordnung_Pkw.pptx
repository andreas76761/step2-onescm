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E.1: Ticket-zu-Kapitel-Zuordnung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E.1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Ticket-zu-Kapitel-Zuordnung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verbindet Anforderungen, Fehler und Klärungen (Tickets) mit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Handbuchkapiteln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sie betreffen. So finden Sie zu einem Ticket das Kapitel und zu einem Kapitel die offenen Tickets.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Zuordnung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 → Kapitel: Welche Kapitel ändert das Ticket?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→ Tickets: Welche Tickets sind offen?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Status: offen, in Umsetzung, umgesetzt, abgelehnt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Releasevorbereitung (Kapitel 22)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Bekannte Fehler je Markt und Release (Kapitel 23.2)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 der Quellen (Kapitel 16.6)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3367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E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Zuordnungstabelle; die Zeile nennt Kapitel, Status und Release.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Umgekehrt: Suchen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prüfen Sie, welche Tickets offen oder in Umsetzung sind.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Nur umgesetzte Tickets sind im Funktionsstand (Kapitel 22.1).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 offenes Ticket ändert den gültigen Prozess nicht.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zur Umsetzung und Dokumentation gilt das Handbuchkapitel in seiner aktuellen Version.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einem neuen Ticket geben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betroffene Kapitel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an, damit die Zuordnung vollständig bleibt.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vor Schulungen die offenen Tickets des Kapitels (Kapitel 22.3).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E.1: Ticket-zu-Kapitel-Zuordnung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E.1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Zuordnung pflegen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Tickets dem Kapitel zuordnen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Ticketstatus zu einem Thema nachschlagen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Ticketnummer oder Kapitel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das Ticketsystem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Versionsführung nach Kapitel 16.6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Ticket dem Kapitel zugeordnet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Status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Release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Offene Tickets vor Schulung geprüft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Zuordnung ist Grundlage der Änderungsübersicht (Kapitel 22.4).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Tickets mit Marktbezug stehen auch in Kapitel 23.2.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Ticketreferenzen gehören in das Klärungsregister (Anhang F).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finde ich alle Tickets zu Kapitel 7?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Zuordnung nach Kapitel gefiltert; Status und Release stehen je Zeile.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pflegt die Zuordnung?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Redaktion und HQ im Rahmen der Versionsführung (Kapitel 16.6).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melde ich ein neues Ticket?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den Supportweg (Kapitel 23.5) mit Angabe des Kapitels.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Ticket-zu-Kapitel-Zuordnung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E.1.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22.4.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E.1: Ticket-zu-Kapitel-Zuordnung</dc:title>
  <dc:subject>PptxGenJS Presentation</dc:subject>
  <dc:creator>oneSCM Quick Guide</dc:creator>
  <cp:lastModifiedBy>oneSCM Quick Guide</cp:lastModifiedBy>
  <cp:revision>1</cp:revision>
  <dcterms:created xsi:type="dcterms:W3CDTF">2026-10-11T15:41:03Z</dcterms:created>
  <dcterms:modified xsi:type="dcterms:W3CDTF">2026-10-11T15:41:03Z</dcterms:modified>
</cp:coreProperties>
</file>