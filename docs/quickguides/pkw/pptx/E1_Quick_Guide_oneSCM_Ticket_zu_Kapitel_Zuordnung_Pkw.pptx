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E.1: Ticket-zu-Kapitel-Zuordnung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E.1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verbindet Anforderungen, Fehler und Klärungen (Tickets)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sie betreffen. So finden Sie zu einem Ticket das Kapitel und zu einem Kapitel die offenen Tickets.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Zuordnung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→ Kapitel: Welche Kapitel ändert das Ticket?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→ Tickets: Welche Tickets sind offen?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offen, in Umsetzung, umgesetzt, abgelehnt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Releasevorbereitung (Kapitel 22)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je Markt und Release (Kapitel 23.2)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der Quellen (Kapitel 16.6)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E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E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Zuordnungstabelle; die Zeile nennt Kapitel, Status und Release.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Umgekehrt: Suchen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prüfen Sie, welche Tickets offen oder in Umsetzung sind.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Nur umgesetzte Tickets sind im Funktionsstand (Kapitel 22.1).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offenes Ticket ändert den gültigen Prozess nicht.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Umsetzung und Dokumentation gilt das Handbuchkapitel in seiner aktuellen Version.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einem neuen Ticket geben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betroffene Kapitel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damit die Zuordnung vollständig bleibt.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vor Schulungen die offenen Tickets des Kapitels (Kapitel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E.1: Ticket-zu-Kapitel-Zuordnung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E.1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Zuordnung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Tickets dem Kapitel zuordnen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Ticketstatus zu einem Thema nachschlagen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Ticketnummer oder Kapitel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Ticketsystem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Versionsführung nach Kapitel 16.6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Ticket dem Kapitel zugeordnet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Tickets vor Schulung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Zuordnung ist Grundlage der Änderungsübersicht (Kapitel 22.4).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Tickets mit Marktbezug stehen auch in Kapitel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gehören in das Klärungsregister (Anhang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alle Tickets zu Kapitel 7?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Zuordnung nach Kapitel gefiltert; Status und Release stehen je Zeile.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die Zuordnung?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Redaktion und HQ im Rahmen der Versionsführung (Kapitel 16.6).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melde ich ein neues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den Supportweg (Kapitel 23.5) mit Angabe des Kapitels.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E.1: Ticket-zu-Kapitel-Zuordnung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