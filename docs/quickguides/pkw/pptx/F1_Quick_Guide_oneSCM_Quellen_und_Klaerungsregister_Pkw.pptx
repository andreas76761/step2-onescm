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F.1: Quellen und Klärungsregister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F.1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belegt jede Handbuchaussage,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sammelt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Widersprüche, Lücken und offene Fragen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Status und Verantwortlichen. Dieser Guide zeigt, wie Sie beides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anlegen.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Quellenart: Systemdokumentation, Ticket, Fachentscheid, Test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Nachweisstatus: bestätigt, offen, widersprüchlich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Versionsbezug (Kapitel 16.6)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Eintrag: Kapitel, Aussage, Widerspruch oder Lücke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offen, in Klärung, entschieden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Verantwortliche Rolle und Termin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09651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zu einer Aussage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Quellenverzeichnis und ihren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Finden Sie einen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Widerspruch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Lücke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legen Sie einen Eintrag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an: Kapitel, Aussage, Beobachtung, Quelle.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den Eintrag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verantwortlichen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 (Markt, HQ, MO) und setzen Sie den Status „offen“.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Keine Änderung am Handbuch ohne Quelle.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Aussagen ohne bestätigten Nachweis sind als offen gekennzeichnet und dürfen nicht geschult werden (Kapitel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das Ergebnis wird in das Kapitel übernommen und die Quelle aktualisiert.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Releases prüfen Sie offene Einträge des Kapitels (Kapitel 22).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F.1: Quellen und Klärungsregister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F.1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Widersprüche und Lücken melden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Register führen, Quellen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Klärungen entscheiden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und Aussage, um die es geht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 oder Ticketreferenz, falls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Register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Quelle und Nachweisstatus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Eintrag vollständig angelegt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Verantwortliche Rolle gesetzt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Entscheidung ins Kapitel übernommen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Register ist Pflichtlektüre vor Releases und Schulungen.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Datenschutz: keine personenbezogenen Daten in Einträgen (Kapitel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Ticketreferenzen verbinden Register und Zuordnung (Anhang E).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Quelle und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Quelle belegt eine Aussage; das Ticket beschreibt eine Änderung oder einen Fehler. Beides wird referenziert.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entscheidet eine Klärung?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verantwortliche Rolle, bei Blueprint-Fragen HQ (Kapitel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bleibt ein Eintrag offen?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Entscheidung; offene Einträge werden vor jedem Release geprüft.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F.1: Quellen und Klärungsregister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