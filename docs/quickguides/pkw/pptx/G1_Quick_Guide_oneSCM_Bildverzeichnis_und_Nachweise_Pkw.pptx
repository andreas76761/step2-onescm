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G.1: Bildverzeichnis und Nachweise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G.1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Bildverzeichnis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listet alle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Bildschirmbilder und Grafiken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Handbuchs mit Kapitel, System, Release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 Dieser Guide zeigt, wie Bilder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gefunden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geprüft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neu aufgenommen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werden.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Verzeichnis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Bildnummer, Titel, Kapitel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 und Maske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und Datum der Aufnahme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Testumgebung oder Produktivsystem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Anonymisierte Daten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 durch Fachbereich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82219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G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Sie das Bild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Bildverzeichnis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Nummer oder Kapitel.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und Datum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Ein Bild aus einem älteren Release kann von der aktuellen Maske abweichen.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Umgebung, anonymisierte Daten, Freigabe.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Bildschirmbilder mit echten Kunden-, Fahrzeug- oder Bankdaten dürfen nicht ins Handbuch.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Verwenden Sie den Testdatenkatalog und schwärzen Sie Restdaten (Kapitel 16.1).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ein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neues Bild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Maske mit Testdaten aufnehmen (Anhang I.3), Kapitel und Release zuordnen, Freigabe einholen.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Ersetzen Sie veraltete Bilder und aktualisieren Sie das Verzeichnis (Kapitel 16.6).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G.1: Bildverzeichnis und Nachweise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G.1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Bilder einem Kapitel und Release zuordnen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Bildverzeichnis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lokale Bildvarianten liefern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Bildnummer oder Kapitel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Release, auf das sich das Bild bezieht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Sichere Beispieldaten im Bild (Kapitel 16.1)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Bild gefunden und Release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Nachweis vollständig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Daten anonymisiert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Verzeichnis aktualisiert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den Quick Guides stehen Prozessbilder; Bildschirmbilder folgen aus dem Bildverzeichnis.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Bilder je Markt können abweichen (Kapitel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Verzeichnis ist Teil des Exports (Kapitel 16.5).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Woher kommen die Bilder in den Quick Guides?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Aktuell sind es gezeichnete Prozessbilder; Bildschirmbilder werden aus dem Bildverzeichnis ergänzt.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ich ein Bild aus dem Produktivsystem verwenden?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Nur mit Testdaten oder vollständig anonymisiert und mit Freigabe (Kapitel 16.1).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melde ich ein veraltetes Bild?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Klärungsregister mit Bildnummer und Release (Anhang F).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Bildverzeichnis und 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G.1.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G.1: Bildverzeichnis und Nachweise</dc:title>
  <dc:subject>PptxGenJS Presentation</dc:subject>
  <dc:creator>oneSCM Quick Guide</dc:creator>
  <cp:lastModifiedBy>oneSCM Quick Guide</cp:lastModifiedBy>
  <cp:revision>1</cp:revision>
  <dcterms:created xsi:type="dcterms:W3CDTF">2026-10-11T15:41:04Z</dcterms:created>
  <dcterms:modified xsi:type="dcterms:W3CDTF">2026-10-11T15:41:04Z</dcterms:modified>
</cp:coreProperties>
</file>