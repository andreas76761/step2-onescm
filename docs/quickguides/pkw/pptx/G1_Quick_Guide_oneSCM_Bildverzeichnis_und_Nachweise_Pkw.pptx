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listet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und Grafiken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 mit Kapitel, System, Release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Dieser Guide zeigt, wie Bilder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gefunden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geprüft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 aufgenommen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G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Verzeichnis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Bildnummer, Titel,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und Maske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 der 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Produktivsystem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Anonymisierte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 durch Fachbereich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G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82219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G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Bild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Nummer oder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und 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Ein Bild aus einem älteren Release kann von der aktuellen Maske abweichen.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Umgebung, anonymisierte Daten, Freigabe.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 mit echten Kunden-, Fahrzeug- oder Bankdaten dürfen nicht ins Handbuch.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und schwärzen Sie Restdaten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neues Bild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Maske mit Testdaten aufnehmen (Anhang I.3), Kapitel und Release zuordnen, Freigabe einholen.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Ersetzen Sie veraltete Bilder und aktualisieren Sie das Verzeichnis (Kapitel 16.6).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G.1: Bildverzeichnis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G.1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Bilder einem Kapitel und Release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Bildverzeichnis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Bildvarianten liefern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Release, auf das sich das Bild bezieht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 im Bild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Bild gefunden und Release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Daten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Verzeichnis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den Quick Guides stehen Prozessbilder; Bildschirmbilder folgen aus dem Bildverzeichnis.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Bilder je Markt können abweichen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Verzeichnis ist Teil des Exports (Kapitel 16.5).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Bilder in den Quick Guides?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Aktuell sind es gezeichnete Prozessbilder; Bildschirmbilder werden aus dem Bildverzeichnis ergänzt.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 aus dem Produktivsystem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mit Testdaten oder vollständig anonymisiert und mit Freigabe (Kapitel 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veraltetes Bild?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mit Bildnummer und Release (Anhang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Bildverzeichnis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G.1.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G.1: Bildverzeichnis und Nachweise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