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je Kapitel das Verständnis mit Fragen zum Prozess, zu Rollen und Status;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erklären die richtige Antwort mit Kapitelverweis. Dieser Guide zeigt den Einsatz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je Kapitel mit Schwierigkeitsgrad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Fragetypen: Auswahl, Zuordnung, Fallbeispiel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mit Begründung und Kapitelverweis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Einsatz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 nach dem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Schulung: Einstieg und Abschluss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für die Übergabe in den Betrieb (Kapitel 17.4)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Kapitel und Quick Guide, bevor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Beantworten Sie die Fragen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Hilfsmittel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Fallbeispiele beziehen sich auf die Praxisbeispiele in Anhang I.1.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die Begründung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Kapitelverweis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ersetzen keine Berechtigung.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Zugang zu oneSCM wird über ALICE vergeben (Kapitel 2.3), unabhängig vom Schulungsergebnis.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Wiederholen Sie die Kapitelabschnitte zu falsch beantworteten Fragen.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 dokumentieren das Ergebnis als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Selbstkontrolle nach dem Kapitel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Wissenschecks in Schulungen (Kapitel 17.4)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Fragen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Quick Guide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den Wissenschecks (Handbuch oder Schulungsmaterial)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 für etwa zehn Fragen je Kapitel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Wissenscheck ohne Hilfsmittel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Lösungen und Begründungen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Schwachstellen nachgearbeitet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werden mit jedem Release geprüft (Kapitel 22.3).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Varianten der Fragen gibt es je Markt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enthalten keine personenbezogenen Beispieldaten (Kapitel 16.1).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viele Fragen hat ein Wissenscheck?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Etwa zehn je Kapitel, je nach Umfang des Kapitels.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eine Mindestpunktzahl?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legt der Markt für seine Schulung fest (Kapitel 17.4).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Wissenscheck wiederholen?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beliebig oft; er dient der Selbstkontrolle.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H.1: Wissenschecks und Lösungen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