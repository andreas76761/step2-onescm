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I.1: Praxisbeispiele entlang des Vertragsprozesses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I.1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Praxisbeispiele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führen durchgängige Fälle vom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Angebot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bis zur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Beendigung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gewerblicher Kunde mit Sammelrechnung, Privatkunde mit E-Signatur, KAM betreuter Großkunde mit Sonderfall, Reifenvertrag. Dieser Guide zeigt, wie Sie die Beispiele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nachvollziehen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Training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nutzen.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I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Inhalt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Beispiele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Beispiel 1: Gewerblicher Kunde, Sammelrechnung, Unterschrift per E-Mail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Beispiel 2: Privatkunde, E-Signatur per QR-Code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Beispiel 3: KAM betreuter Großkunde mit Sonderfallanfrage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Beispiel 4: Reifenvertrag (Kapitel 13)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Durchgängige Phasen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Angebot und Antrag (Kapitel 5 und 6)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 und Signatur (Kapitel 7)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Prüfung und Aktivierung (Kapitel 8 und 9)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Änderung und Beendigung (Kapitel 10)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I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70001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I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Beispiel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das Ihrer Rolle und Kundengruppe entspricht.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Führen Sie die Schritte 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Schulungssystem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den angegebenen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Testdaten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durch (Anhang I.3).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Vergleichen Sie an jedem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Kontrollpunkt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Ihren Status mit dem im Beispiel dokumentierten Status.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05409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05409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05409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Praxisbeispiele nur im Schulungs- oder Testsystem durchführen.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Im Produktivsystem entstehen echte Anträge mit Prüfung durch das Kundenmanagement.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63931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Abweichungen prüfen Sie Kapitel und Klärungsregister; melden Sie neue Abweichungen (Anhang F).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 Sie die Beispiele für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Wissenschecks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(Anhang H) und Rechenbeispiele (Anhang I.2).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I.1: Praxisbeispiele entlang des Vertragsprozesses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I.1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Beispiele für Angebot, Antrag, Signatur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Beispiele für Prüfung und Ablehnung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Trainer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Beispiele als Übungsfälle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Testumgebung oder Schulungssystem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Testdaten aus Anhang I.3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4 bis 10 gelesen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Passendes Beispiel gewählt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Mit Testdaten im Schulungssystem durchgeführt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Status an Kontrollpunkten verglichen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Abweichungen gemeldet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Beispiel 1 entspricht dem Fall der Van-Vorlage „Antragserstellung und -verwaltung“, hier mit Pkw-Kennungen.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Spartenunterschiede sind in den Beispielen markiert (Kapitel 21).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Kontrollpunkte entsprechen den Checklisten in Anhang B.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261872"/>
          </a:xfrm>
          <a:prstGeom prst="roundRect">
            <a:avLst>
              <a:gd name="adj" fmla="val 724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Welches Beispiel passt für Pkw-Händler?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Beispiel 1 (gewerblicher Kunde) und Beispiel 2 (Privatkunde), beide mit Pkw-Kennungen.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Gibt es Beispiele für Ablehnungen?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Beispiel 3 enthält eine Sonderfallanfrage mit Ablehnung und Wiederaufnahme.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Woher kommen die Testdaten?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Aus dem Testdatenkatalog in Anhang I.3.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084832"/>
            <a:ext cx="4663440" cy="1344168"/>
          </a:xfrm>
          <a:prstGeom prst="roundRect">
            <a:avLst>
              <a:gd name="adj" fmla="val 680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1579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432304"/>
            <a:ext cx="44805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Praxisbeispiele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I.1.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Testdatenkatalog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I.3.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Rechenbeispiele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I.2.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Anhang I.1: Praxisbeispiele entlang des Vertragsprozesses</dc:title>
  <dc:subject>PptxGenJS Presentation</dc:subject>
  <dc:creator>oneSCM Quick Guide</dc:creator>
  <cp:lastModifiedBy>oneSCM Quick Guide</cp:lastModifiedBy>
  <cp:revision>1</cp:revision>
  <dcterms:created xsi:type="dcterms:W3CDTF">2026-10-11T15:44:01Z</dcterms:created>
  <dcterms:modified xsi:type="dcterms:W3CDTF">2026-10-11T15:44:01Z</dcterms:modified>
</cp:coreProperties>
</file>