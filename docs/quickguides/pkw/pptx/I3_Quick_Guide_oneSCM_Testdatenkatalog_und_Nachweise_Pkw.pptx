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I.3: Testdatenkatalog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stellt sichere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Beispielkunden, Fahrzeuge, Produkte und Zahlungsdaten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Schulung, Tests und Bildschirmbilder bereit und dokumentiert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Testfall. Dieser Guide zeigt, wie Sie Testdaten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auswählen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ablegen.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I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Katalog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Testkunden: privat, gewerblich,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Testfahrzeuge je Sparte mit FIN, Baumuster, OTR-Deal-ID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Testprodukte, Kampagnen, Bankdaten (Testkonten)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Testfall, Datum, Release, Umgebung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Ergebnis und Abweichung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Bezug zu Ticket und Kapitel (Anhang E)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I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I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aus dem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Kunde, Fahrzeug und Produkt passend zum Testfall oder Praxisbeispiel.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den Testfall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Test- oder Schulungssystem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durch; verwenden Sie nur Testkonten für Bankdaten.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Testfall, Datum, Release, Umgebung, Ergebnis.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Echte Kunden-, Fahrzeug- oder Bankdaten sind keine Testdaten.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Testdaten stammen ausschließlich aus dem Katalog; Produktivdaten sind in Tests und Bildern unzulässig (Kapitel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Testdaten auch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G)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14.12).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Melden Sie unbrauchbare oder fehlende Testdaten an die Redaktion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I.3: Testdatenkatalog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Trainer/Tester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Testdaten nutzen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 Testing (Kapitel 14.12)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Katalog und Nachweise pflegen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Schulungs- oder Testsystem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Testfall oder Praxisbeispiel (Anhang I.1)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Datenschutzregeln (Kapitel 16.1)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Testdaten aus dem Katalog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Testfall im Testsystem durchgeführt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Nachweis vollständig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Fehlende Testdaten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Testfahrzeuge gibt es je Sparte mit passenden Kennungen (Kapitel 21.2).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 sind Voraussetzung für den produktiven Funktionsstand (Kapitel 16.4).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Katalog wird je Release aktualisiert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ein echtes Fahrzeug im Schulungssystem anlegen?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nur Testfahrzeuge aus dem Katalog.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lege ich den Nachweis ab?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Nachweisregister des Katalogs mit Bezug zu Testfall und Release.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Testdaten für Reifenverträge?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Testprodukte mit Reifentyp und Reifengröße (Kapitel 13).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 und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14.12.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I.3: Testdatenkatalog und Nachweise</dc:title>
  <dc:subject>PptxGenJS Presentation</dc:subject>
  <dc:creator>oneSCM Quick Guide</dc:creator>
  <cp:lastModifiedBy>oneSCM Quick Guide</cp:lastModifiedBy>
  <cp:revision>1</cp:revision>
  <dcterms:created xsi:type="dcterms:W3CDTF">2026-10-11T16:25:27Z</dcterms:created>
  <dcterms:modified xsi:type="dcterms:W3CDTF">2026-10-11T16:25:27Z</dcterms:modified>
</cp:coreProperties>
</file>