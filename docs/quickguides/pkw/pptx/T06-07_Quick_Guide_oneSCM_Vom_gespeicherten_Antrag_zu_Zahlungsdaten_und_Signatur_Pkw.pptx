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T6-7: Vom gespeicherten Antrag zu Zahlungsdaten und Signatur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T6-7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(Antrag gespeichert, Referenznummer vorhanden)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(Zahlungsdaten, Dokumente, Unterschrift). Sie prüfen, was beim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vorliegen muss, und vermeiden die typischen Brüche zwischen Antrag und Signatur.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6-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Ausgangslage (Kapitel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gespeichert, Status „erfasst“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Kunde, Fahrzeug, Produkt zugeordnet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 erkannt oder nicht nötig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Zahlungsart, Intervall, Zahler und Rechnungsempfänger erfasst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SEPA-Mandat und Dokumente erzeugt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 eingeholt, Status kontrolliert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6-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6-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den gespeicherten Antrag über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8.1) und 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sicher, dass der Antrag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vollständig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ist: Ein Antrag mit offener Validierung kann nicht zur Signatur.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Wechseln Sie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Kundendatenprüfung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aktivieren Sie bei Bedarf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Sammelrechnung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6 und 7.2).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 „Antrag erstellen“ sind Produkt, Laufzeit und Laufleistung nicht mehr änderbar.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Fehler aus Kapitel 6 lassen sich im Übergang nicht korrigieren; sie erfordern einen Neuvertrag.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Zahlungsart, Intervall und Bankdaten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7.1 bis 7.3).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Erzeugen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klicken Sie auf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Häkchen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 Unterzeichnung (Kapitel 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kontrollieren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7.5 bis 7.8).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T6-7: Vom gespeicherten Antrag zu Zahlungsdaten und Signatur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T6-7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Übergang durchführen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Zahlungsdaten bereitstellen und unterschreiben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liest Signaturstatus in der Prüfung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gespeichert, Referenznummer notiert (Kapitel 6.7)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Keine roten Validierungsmeldungen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Kunden-E-Mail und Handynummer im Kundenstamm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Antragsstatus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Validierung ohne rote Meldungen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Zahlungsdaten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Signaturweg gewählt und Status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lässt sich später nur auf „einmalig“ ändern.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Sonderfreigaben wartet die Aktivierung auf den MO Check, die Signatur kann trotzdem eingeholt werden.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Kundenkontaktdaten blockieren E-Mail- und SMS-Signatur.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zwischen Speichern und Signatur unterbrechen?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der Antrag bleibt unter der Referenznummer in der Antragsverwaltung erreichbar.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Was, wenn der Kunde die Zahlungsart ändern will?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 der Signatur in Kapitel 7.1 ändern; nach der Signatur ist eine erneute Signatur nötig (Kapitel 7.7).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Muss der Zahler unterschreiben?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SEPA-Mandat unterschreibt der Zahler; der Vertrag der Vertragsinhaber (Kapitel 7.2).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Servicevertrag anlegen und Antrag abschließen.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Zahlungsdaten, Dokumente und Unterschrift.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T6-7: Vom gespeicherten Antrag zu Zahlungsdaten und Signatur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