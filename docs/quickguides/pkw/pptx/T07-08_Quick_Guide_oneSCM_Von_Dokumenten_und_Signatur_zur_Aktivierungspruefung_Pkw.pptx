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(Signatur und Dokumente liegen vor)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verfolgen und aktivieren). Sie stellen sicher, dass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erfüllt sind, bevor das Kundenmanagement prüft.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7-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digital oder manuell eingeholt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 im System abgelegt oder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Zahlungsdaten vollständig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 und Kennzeichen ergänzt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II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eingereicht, Aktivierung erfolgt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7-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7-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 und Dokumentstatus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7.8 und 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über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Aktion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Laden Sie im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bei Druckvariante das unterschriebene 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Erstzulassung, Kennzeichen und ZB II findet keine Aktivierung statt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auch wenn der Antrag unterschrieben ist. Das Hochladen ist systemseitig kein Pflichtfeld.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Sie, dass keine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Sonderfreigabe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Aktivierung blockiert (Kapitel 6.5 und 9).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Aktivierung und reagieren Sie auf Rückfragen des Kundenmanagements (Kapitel 8.6 und 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 und Dokumente vervollständigen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Vollständigkeit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 „unterschrieben“ (Kapitel 7.8)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 und SEPA-Mandat abgelegt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Signatur- und Dokumentstatus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ergänzt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Keine offene Sonderfreigabe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E-Signatur und E-Mail-Signatur sind die Vertragsdokumente automatisch abgelegt; bei Druck müssen sie hochgeladen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Falsche Anträge werden abgelehnt, der Kunde erhält eine Information.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Frist von 12 Monaten bzw. 50.000 km nach Erstzulassung gilt (Kapitel 23.1).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unterschrieben, der Antrag ist aber nicht aktiv. Warum?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Meist fehlen Erstzulassung, Kennzeichen oder ZB II; prüfen Sie Kapitel 8.3.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ZB II nachreichen?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jederzeit über Antragsverwaltung › Referenznummer › Kommunikation.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aktiviert den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das System, sonst das Kundenmanagement nach Prüfung (Kapitel 8.5).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T7-8: Von Dokumenten und Signatur zur Aktivierungsprüfung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