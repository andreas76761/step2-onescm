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T7-8: Von Dokumenten und Signatur zur Aktivierungsprüfung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Übergangsmodul T7-8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Modul verbindet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7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(Signatur und Dokumente liegen vor) mit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8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(Antrag verfolgen und aktivieren). Sie stellen sicher, dass alle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Aktivierungsvoraussetzungen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erfüllt sind, bevor das Kundenmanagement prüft.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T07-0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Übergang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Ausgangslage (Kapitel 7)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 digital oder manuell eingeholt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Dokumente im System abgelegt oder hochgeladen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Zahlungsdaten vollständig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Ziel (Kapitel 8)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Erstzulassung und Kennzeichen ergänzt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ZB II hochgeladen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 vollständig eingereicht, Aktivierung erfolgt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T07-0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10565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T07-0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in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Antragsverwaltung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Signatur- und Dokumentstatus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7.8 und 8.1).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Öffnen Sie über „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…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“ die Aktion „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Aktualisieren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“ und ergänzen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Erstzulassungsdatum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Kennzeichen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8.3).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Laden Sie im Register „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Kommunikation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“ die Kopie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ZB I/ZB II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bei Druckvariante das unterschriebene Dokument hoch.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73989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73989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73989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Ohne Erstzulassung, Kennzeichen und ZB II findet keine Aktivierung statt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auch wenn der Antrag unterschrieben ist. Das Hochladen ist systemseitig kein Pflichtfeld.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46227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Kontrollieren Sie, dass keine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offene Sonderfreigabe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die Aktivierung blockiert (Kapitel 6.5 und 9).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Verfolgen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Antragsstatus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bis zur Aktivierung und reagieren Sie auf Rückfragen des Kundenmanagements (Kapitel 8.6 und 8.7).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T7-8: Von Dokumenten und Signatur zur Aktivierungsprüfung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Übergangsmodul T7-8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Daten und Dokumente vervollständigen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Kundenmanagement/MO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Prüfung und Aktivierung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System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automatische Aktivierung bei Vollständigkeit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Signaturstatus „unterschrieben“ (Kapitel 7.8)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Vertragsdokument und SEPA-Mandat abgelegt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Erstzulassung, Kennzeichen und ZB II verfügbar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Signatur- und Dokumentstatus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Erstzulassung und Kennzeichen ergänzt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ZB II hochgeladen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Keine offene Sonderfreigabe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E-Signatur und E-Mail-Signatur sind die Vertragsdokumente automatisch abgelegt; bei Druck müssen sie hochgeladen werden.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Falsche Anträge werden abgelehnt, der Kunde erhält eine Information.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Frist von 12 Monaten bzw. 50.000 km nach Erstzulassung gilt (Kapitel 23.1).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Der Kunde hat unterschrieben, der Antrag ist aber nicht aktiv. Warum?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Meist fehlen Erstzulassung, Kennzeichen oder ZB II; prüfen Sie Kapitel 8.3.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ich die ZB II nachreichen?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Ja, jederzeit über Antragsverwaltung › Referenznummer › Kommunikation.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Wer aktiviert den Vertrag?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Bei vollständigen Daten das System, sonst das Kundenmanagement nach Prüfung (Kapitel 8.5).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7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Zahlungsdaten, Dokumente und Unterschrift.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8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Antrag verfolgen und aktivieren.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T7-8: Von Dokumenten und Signatur zur Aktivierungsprüfung</dc:title>
  <dc:subject>PptxGenJS Presentation</dc:subject>
  <dc:creator>oneSCM Quick Guide</dc:creator>
  <cp:lastModifiedBy>oneSCM Quick Guide</cp:lastModifiedBy>
  <cp:revision>1</cp:revision>
  <dcterms:created xsi:type="dcterms:W3CDTF">2026-10-11T15:44:01Z</dcterms:created>
  <dcterms:modified xsi:type="dcterms:W3CDTF">2026-10-11T15:44:01Z</dcterms:modified>
</cp:coreProperties>
</file>