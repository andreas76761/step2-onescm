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T8-9: Gesamtprozess und MO-Rollenvertiefung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Übergangsmodul T8-9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Modul verbindet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Dealer-Sicht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auf den Antrag (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8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) mit der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MO-Sicht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der fachlichen Prüfung (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9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). Sie verstehen, was der MO prüft, wie Rückmeldungen beim Dealer ankommen und wie beide Rollen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Gesamtprozess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gemeinsam abschließen.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T08-0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Dokument ist interaktiv – Verweise auf Handbuchkapitel und Systeme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Übergang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Dealer-Sicht (Kapitel 8)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Antrag verfolgen und Status lesen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Fehlende Daten und Dokumente ergänzen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Ablehnung und Wiederaufnahme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MO-Sicht (Kapitel 9)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Arbeitsliste MO-Check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Prüfkriterien, Prüfstatus, Gründe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Genehmigen, zurückweisen, übergeben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T08-0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3968496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T08-09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Ordnen Sie den Antrag in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Gesamtprozess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ein: eingereicht → in Prüfung → genehmigt/zurückgewiesen → aktiv (Anhang D).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Als MO öffnen Sie den Antrag aus der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Arbeitsliste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prüfen gegen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Kriterien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9.2 und 9.4).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Als Dealer lesen Sie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Prüfstatus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Gründe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der Kommunikation (Kapitel 8.2 und 9.3).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19125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19125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19125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 und MO kommunizieren über den Antrag, nicht über private Kanäle.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Gründe und Rückfragen gehören in die Kommunikation des Antrags, damit sie nachvollziehbar bleiben.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913632"/>
            <a:ext cx="46451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Bei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Zurückweisung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korrigiert der Dealer und reicht erneut ein; der MO prüft erneut (Kapitel 8.7 und 9.5).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Nach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Genehmigung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erfolgt die Aktivierung; beide Rollen kontrollieren das Ergebnis (Kapitel 8.6 und 9.6).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T8-9: Gesamtprozess und MO-Rollenvertiefung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Übergangsmodul T8-9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Antrag vollständig einreichen, Rückfragen beantworten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Prüfung, Genehmigung, Zurückweisung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Kundenmanagement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Aktivierung und Kundeninformation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Antrag vollständig eingereicht (Kapitel 8)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MO-Rolle und Prüfkriterien bekannt (Kapitel 9.1)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Kommunikationsweg zwischen Dealer und MO geklärt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Antragsstatus im Gesamtprozess bekannt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Prüfkriterien beiden Rollen klar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Rückmeldung über den Antrag dokumentiert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Ergebnis von beiden Rollen kontrolliert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Zurückweisungen brauchen immer einen Kommentar (Kapitel 9).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Sonderfreigaben aus Kapitel 12 laufen über denselben MO Check.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Contract-Review-Profile geben dem MO die Übersicht (Kapitel 9.8).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Wie erfährt der Dealer vom Prüfergebnis?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Über Status und Kommunikation in der Antragsverwaltung (Kapitel 8.2).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Kann der MO Daten selbst korrigieren?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Der MO prüft; Korrekturen am Antrag nimmt der Dealer vor (Kapitel 9.5).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Wie lange dauert ein MO Check?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Abhängig von Vollständigkeit und Arbeitsliste; vollständige Anträge werden zuerst bearbeitet.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221992"/>
            <a:ext cx="4663440" cy="1344168"/>
          </a:xfrm>
          <a:prstGeom prst="roundRect">
            <a:avLst>
              <a:gd name="adj" fmla="val 680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8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Antrag verfolgen und aktivieren.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9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MO Checks und fachliche Prüfungen.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Rollen-/Status-/Scopematrizen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Anhang D.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T8-9: Gesamtprozess und MO-Rollenvertiefung</dc:title>
  <dc:subject>PptxGenJS Presentation</dc:subject>
  <dc:creator>oneSCM Quick Guide</dc:creator>
  <cp:lastModifiedBy>oneSCM Quick Guide</cp:lastModifiedBy>
  <cp:revision>1</cp:revision>
  <dcterms:created xsi:type="dcterms:W3CDTF">2026-10-11T15:44:01Z</dcterms:created>
  <dcterms:modified xsi:type="dcterms:W3CDTF">2026-10-11T15:44:01Z</dcterms:modified>
</cp:coreProperties>
</file>