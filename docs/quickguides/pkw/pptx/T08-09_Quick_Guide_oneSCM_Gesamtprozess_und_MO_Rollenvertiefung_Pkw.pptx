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9906000" cy="6858000"/>
  <p:notesSz cx="6858000" cy="9906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T8-9: Gesamtprozess und MO-Rollenvertiefung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für Pkw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Hinweis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Dieser Quick Guide fasst Übergangsmodul T8-9 des oneSCM-Handbuchs zusammen. Details, Bildschirmbilder und Nachweise finden Sie im Handbuch.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STAND: 11.10.2026 | 1/2</a:t>
            </a:r>
            <a:endParaRPr lang="en-US" sz="700" dirty="0"/>
          </a:p>
        </p:txBody>
      </p:sp>
      <p:sp>
        <p:nvSpPr>
          <p:cNvPr id="8" name="Ziel und Nutzen"/>
          <p:cNvSpPr/>
          <p:nvPr/>
        </p:nvSpPr>
        <p:spPr>
          <a:xfrm>
            <a:off x="201168" y="713232"/>
            <a:ext cx="4663440" cy="1426464"/>
          </a:xfrm>
          <a:prstGeom prst="roundRect">
            <a:avLst>
              <a:gd name="adj" fmla="val 6410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2633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Ziel und Nutzen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263347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Dieses Modul verbindet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Dealer-Sicht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auf den Antrag (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Kapitel 8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) mit der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MO-Sicht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der fachlichen Prüfung (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Kapitel 9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). Sie verstehen, was der MO prüft, wie Rückmeldungen beim Dealer ankommen und wie beide Rollen den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Gesamtprozess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gemeinsam abschließen.</a:t>
            </a:r>
            <a:endParaRPr lang="en-US" sz="900" dirty="0"/>
          </a:p>
        </p:txBody>
      </p:sp>
      <p:pic>
        <p:nvPicPr>
          <p:cNvPr id="11" name="Kapitelbild" descr="/tmp/claude-0/-home-user-step2-oneSCM/768b354c-b2c6-524c-b102-2abaf010b0fe/scratchpad/qg/src/img/badge_T08-09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35808" y="804672"/>
            <a:ext cx="1737360" cy="1051560"/>
          </a:xfrm>
          <a:prstGeom prst="rect">
            <a:avLst/>
          </a:prstGeom>
        </p:spPr>
      </p:pic>
      <p:sp>
        <p:nvSpPr>
          <p:cNvPr id="12" name="Hinweis"/>
          <p:cNvSpPr txBox="1"/>
          <p:nvPr/>
        </p:nvSpPr>
        <p:spPr>
          <a:xfrm>
            <a:off x="201168" y="2249424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Dieses Dokument ist interaktiv – Verweise auf Handbuchkapitel und Systeme sind als Links hinterlegt.</a:t>
            </a:r>
            <a:endParaRPr lang="en-US" sz="900" dirty="0"/>
          </a:p>
        </p:txBody>
      </p:sp>
      <p:sp>
        <p:nvSpPr>
          <p:cNvPr id="13" name="Überblick Titel"/>
          <p:cNvSpPr txBox="1"/>
          <p:nvPr/>
        </p:nvSpPr>
        <p:spPr>
          <a:xfrm>
            <a:off x="201168" y="2688336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Übergang im Überblick</a:t>
            </a:r>
            <a:endParaRPr lang="en-US" sz="1100" dirty="0"/>
          </a:p>
        </p:txBody>
      </p:sp>
      <p:sp>
        <p:nvSpPr>
          <p:cNvPr id="14" name="Überblick Spalte"/>
          <p:cNvSpPr txBox="1"/>
          <p:nvPr/>
        </p:nvSpPr>
        <p:spPr>
          <a:xfrm>
            <a:off x="201168" y="2962656"/>
            <a:ext cx="22402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Dealer-Sicht (Kapitel 8)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Antrag verfolgen und Status lesen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Fehlende Daten und Dokumente ergänzen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Ablehnung und Wiederaufnahme</a:t>
            </a:r>
            <a:endParaRPr lang="en-US" sz="900" dirty="0"/>
          </a:p>
        </p:txBody>
      </p:sp>
      <p:sp>
        <p:nvSpPr>
          <p:cNvPr id="15" name="Überblick Spalte"/>
          <p:cNvSpPr txBox="1"/>
          <p:nvPr/>
        </p:nvSpPr>
        <p:spPr>
          <a:xfrm>
            <a:off x="2624328" y="2962656"/>
            <a:ext cx="22402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MO-Sicht (Kapitel 9)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Arbeitsliste MO-Check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Prüfkriterien, Prüfstatus, Gründe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Genehmigen, zurückweisen, übergeben</a:t>
            </a:r>
            <a:endParaRPr lang="en-US" sz="900" dirty="0"/>
          </a:p>
        </p:txBody>
      </p:sp>
      <p:pic>
        <p:nvPicPr>
          <p:cNvPr id="16" name="Prozessbild" descr="/tmp/claude-0/-home-user-step2-oneSCM/768b354c-b2c6-524c-b102-2abaf010b0fe/scratchpad/qg/src/img/landscape_T08-09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1168" y="3968496"/>
            <a:ext cx="4663440" cy="1207008"/>
          </a:xfrm>
          <a:prstGeom prst="rect">
            <a:avLst/>
          </a:prstGeom>
        </p:spPr>
      </p:pic>
      <p:pic>
        <p:nvPicPr>
          <p:cNvPr id="17" name="Prozessbild" descr="/tmp/claude-0/-home-user-step2-oneSCM/768b354c-b2c6-524c-b102-2abaf010b0fe/scratchpad/qg/src/img/flow_T08-09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47488" y="713232"/>
            <a:ext cx="4663440" cy="960120"/>
          </a:xfrm>
          <a:prstGeom prst="rect">
            <a:avLst/>
          </a:prstGeom>
        </p:spPr>
      </p:pic>
      <p:sp>
        <p:nvSpPr>
          <p:cNvPr id="18" name="Abschnittstitel"/>
          <p:cNvSpPr txBox="1"/>
          <p:nvPr/>
        </p:nvSpPr>
        <p:spPr>
          <a:xfrm>
            <a:off x="5047488" y="1783080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So gehen Sie vor</a:t>
            </a:r>
            <a:endParaRPr lang="en-US" sz="1100" dirty="0"/>
          </a:p>
        </p:txBody>
      </p:sp>
      <p:sp>
        <p:nvSpPr>
          <p:cNvPr id="19" name="Schritte"/>
          <p:cNvSpPr txBox="1"/>
          <p:nvPr/>
        </p:nvSpPr>
        <p:spPr>
          <a:xfrm>
            <a:off x="5065776" y="2057400"/>
            <a:ext cx="464515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Ordnen Sie den Antrag in den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Gesamtprozess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ein: eingereicht → in Prüfung → genehmigt/zurückgewiesen → aktiv (Anhang D).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2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Als MO öffnen Sie den Antrag aus der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Arbeitsliste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und prüfen gegen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Kriterien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(Kapitel 9.2 und 9.4).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3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Als Dealer lesen Sie den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Prüfstatus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und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Gründe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in der Kommunikation (Kapitel 8.2 und 9.3).</a:t>
            </a:r>
            <a:endParaRPr lang="en-US" sz="900" dirty="0"/>
          </a:p>
        </p:txBody>
      </p:sp>
      <p:sp>
        <p:nvSpPr>
          <p:cNvPr id="20" name="Warnhinweis"/>
          <p:cNvSpPr/>
          <p:nvPr/>
        </p:nvSpPr>
        <p:spPr>
          <a:xfrm>
            <a:off x="5047488" y="3191256"/>
            <a:ext cx="4663440" cy="612648"/>
          </a:xfrm>
          <a:prstGeom prst="roundRect">
            <a:avLst>
              <a:gd name="adj" fmla="val 11940"/>
            </a:avLst>
          </a:prstGeom>
          <a:solidFill>
            <a:srgbClr val="FFE0E1"/>
          </a:solidFill>
          <a:ln w="12700">
            <a:solidFill>
              <a:srgbClr val="EF5F64"/>
            </a:solidFill>
            <a:prstDash val="solid"/>
          </a:ln>
        </p:spPr>
      </p:sp>
      <p:sp>
        <p:nvSpPr>
          <p:cNvPr id="21" name="Warnzeichen"/>
          <p:cNvSpPr txBox="1"/>
          <p:nvPr/>
        </p:nvSpPr>
        <p:spPr>
          <a:xfrm>
            <a:off x="5120640" y="3191256"/>
            <a:ext cx="2743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F5F64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!</a:t>
            </a:r>
            <a:endParaRPr lang="en-US" sz="1600" dirty="0"/>
          </a:p>
        </p:txBody>
      </p:sp>
      <p:sp>
        <p:nvSpPr>
          <p:cNvPr id="22" name="Warntext"/>
          <p:cNvSpPr txBox="1"/>
          <p:nvPr/>
        </p:nvSpPr>
        <p:spPr>
          <a:xfrm>
            <a:off x="5458968" y="3191256"/>
            <a:ext cx="41605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Dealer und MO kommunizieren über den Antrag, nicht über private Kanäle.</a:t>
            </a:r>
            <a:r>
              <a:rPr lang="en-US" sz="900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Gründe und Rückfragen gehören in die Kommunikation des Antrags, damit sie nachvollziehbar bleiben.</a:t>
            </a:r>
            <a:endParaRPr lang="en-US" sz="900" dirty="0"/>
          </a:p>
        </p:txBody>
      </p:sp>
      <p:sp>
        <p:nvSpPr>
          <p:cNvPr id="23" name="Schritte"/>
          <p:cNvSpPr txBox="1"/>
          <p:nvPr/>
        </p:nvSpPr>
        <p:spPr>
          <a:xfrm>
            <a:off x="5065776" y="3913632"/>
            <a:ext cx="464515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4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Bei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Zurückweisung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korrigiert der Dealer und reicht erneut ein; der MO prüft erneut (Kapitel 8.7 und 9.5).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5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Nach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Genehmigung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erfolgt die Aktivierung; beide Rollen kontrollieren das Ergebnis (Kapitel 8.6 und 9.6).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T8-9: Gesamtprozess und MO-Rollenvertiefung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für Pkw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Hinweis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Dieser Quick Guide fasst Übergangsmodul T8-9 des oneSCM-Handbuchs zusammen. Details, Bildschirmbilder und Nachweise finden Sie im Handbuch.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STAND: 11.10.2026 | 2/2</a:t>
            </a:r>
            <a:endParaRPr lang="en-US" sz="700" dirty="0"/>
          </a:p>
        </p:txBody>
      </p:sp>
      <p:sp>
        <p:nvSpPr>
          <p:cNvPr id="8" name="Rollen und Voraussetzungen"/>
          <p:cNvSpPr/>
          <p:nvPr/>
        </p:nvSpPr>
        <p:spPr>
          <a:xfrm>
            <a:off x="201168" y="713232"/>
            <a:ext cx="4663440" cy="2112264"/>
          </a:xfrm>
          <a:prstGeom prst="roundRect">
            <a:avLst>
              <a:gd name="adj" fmla="val 4329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Rollen und Voraussetzungen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4480560" cy="1709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Beteiligte Rollen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Dealer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Antrag vollständig einreichen, Rückfragen beantworten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MO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Prüfung, Genehmigung, Zurückweisung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Kundenmanagement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Aktivierung und Kundeninformation</a:t>
            </a:r>
            <a:endParaRPr lang="en-US" sz="9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Voraussetzungen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Antrag vollständig eingereicht (Kapitel 8)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MO-Rolle und Prüfkriterien bekannt (Kapitel 9.1)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Kommunikationsweg zwischen Dealer und MO geklärt</a:t>
            </a:r>
            <a:endParaRPr lang="en-US" sz="900" dirty="0"/>
          </a:p>
        </p:txBody>
      </p:sp>
      <p:sp>
        <p:nvSpPr>
          <p:cNvPr id="11" name="Checkliste vor dem Abschluss"/>
          <p:cNvSpPr/>
          <p:nvPr/>
        </p:nvSpPr>
        <p:spPr>
          <a:xfrm>
            <a:off x="201168" y="2935224"/>
            <a:ext cx="4663440" cy="1197864"/>
          </a:xfrm>
          <a:prstGeom prst="roundRect">
            <a:avLst>
              <a:gd name="adj" fmla="val 7634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2" name="Kartentitel"/>
          <p:cNvSpPr txBox="1"/>
          <p:nvPr/>
        </p:nvSpPr>
        <p:spPr>
          <a:xfrm>
            <a:off x="310896" y="3008376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Checkliste vor dem Abschluss</a:t>
            </a:r>
            <a:endParaRPr lang="en-US" sz="1100" dirty="0"/>
          </a:p>
        </p:txBody>
      </p:sp>
      <p:sp>
        <p:nvSpPr>
          <p:cNvPr id="13" name="Karteninhalt"/>
          <p:cNvSpPr txBox="1"/>
          <p:nvPr/>
        </p:nvSpPr>
        <p:spPr>
          <a:xfrm>
            <a:off x="310896" y="3282696"/>
            <a:ext cx="448056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Antragsstatus im Gesamtprozess bekannt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Prüfkriterien beiden Rollen klar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Rückmeldung über den Antrag dokumentiert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Ergebnis von beiden Rollen kontrolliert</a:t>
            </a:r>
            <a:endParaRPr lang="en-US" sz="900" dirty="0"/>
          </a:p>
        </p:txBody>
      </p:sp>
      <p:sp>
        <p:nvSpPr>
          <p:cNvPr id="14" name="Hinweise und Stolpersteine"/>
          <p:cNvSpPr/>
          <p:nvPr/>
        </p:nvSpPr>
        <p:spPr>
          <a:xfrm>
            <a:off x="201168" y="4242816"/>
            <a:ext cx="4663440" cy="1014984"/>
          </a:xfrm>
          <a:prstGeom prst="roundRect">
            <a:avLst>
              <a:gd name="adj" fmla="val 9009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5" name="Kartentitel"/>
          <p:cNvSpPr txBox="1"/>
          <p:nvPr/>
        </p:nvSpPr>
        <p:spPr>
          <a:xfrm>
            <a:off x="310896" y="4315968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Hinweise und Stolpersteine</a:t>
            </a:r>
            <a:endParaRPr lang="en-US" sz="1100" dirty="0"/>
          </a:p>
        </p:txBody>
      </p:sp>
      <p:sp>
        <p:nvSpPr>
          <p:cNvPr id="16" name="Karteninhalt"/>
          <p:cNvSpPr txBox="1"/>
          <p:nvPr/>
        </p:nvSpPr>
        <p:spPr>
          <a:xfrm>
            <a:off x="310896" y="4590288"/>
            <a:ext cx="448056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Zurückweisungen brauchen immer einen Kommentar (Kapitel 9).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Sonderfreigaben aus Kapitel 12 laufen über denselben MO Check.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Contract-Review-Profile geben dem MO die Übersicht (Kapitel 9.8).</a:t>
            </a:r>
            <a:endParaRPr lang="en-US" sz="900" dirty="0"/>
          </a:p>
        </p:txBody>
      </p:sp>
      <p:sp>
        <p:nvSpPr>
          <p:cNvPr id="17" name="FAQ"/>
          <p:cNvSpPr/>
          <p:nvPr/>
        </p:nvSpPr>
        <p:spPr>
          <a:xfrm>
            <a:off x="5047488" y="713232"/>
            <a:ext cx="4663440" cy="1399032"/>
          </a:xfrm>
          <a:prstGeom prst="roundRect">
            <a:avLst>
              <a:gd name="adj" fmla="val 6536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8" name="FAQ Inhalt"/>
          <p:cNvSpPr txBox="1"/>
          <p:nvPr/>
        </p:nvSpPr>
        <p:spPr>
          <a:xfrm>
            <a:off x="5157216" y="786384"/>
            <a:ext cx="4443984" cy="1271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Häufig gestellte Fragen und Antworten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Wie erfährt der Dealer vom Prüfergebnis?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Über Status und Kommunikation in der Antragsverwaltung (Kapitel 8.2).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Kann der MO Daten selbst korrigieren?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Der MO prüft; Korrekturen am Antrag nimmt der Dealer vor (Kapitel 9.5).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Wie lange dauert ein MO Check?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Abhängig von Vollständigkeit und Arbeitsliste; vollständige Anträge werden zuerst bearbeitet.</a:t>
            </a:r>
            <a:endParaRPr lang="en-US" sz="900" dirty="0"/>
          </a:p>
        </p:txBody>
      </p:sp>
      <p:sp>
        <p:nvSpPr>
          <p:cNvPr id="19" name="Wichtige Links und Ansprechpartner"/>
          <p:cNvSpPr/>
          <p:nvPr/>
        </p:nvSpPr>
        <p:spPr>
          <a:xfrm>
            <a:off x="5047488" y="2221992"/>
            <a:ext cx="4663440" cy="1344168"/>
          </a:xfrm>
          <a:prstGeom prst="roundRect">
            <a:avLst>
              <a:gd name="adj" fmla="val 6803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20" name="Kartentitel"/>
          <p:cNvSpPr txBox="1"/>
          <p:nvPr/>
        </p:nvSpPr>
        <p:spPr>
          <a:xfrm>
            <a:off x="5157216" y="229514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Wichtige Links und Ansprechpartner</a:t>
            </a:r>
            <a:endParaRPr lang="en-US" sz="1100" dirty="0"/>
          </a:p>
        </p:txBody>
      </p:sp>
      <p:sp>
        <p:nvSpPr>
          <p:cNvPr id="21" name="Karteninhalt"/>
          <p:cNvSpPr txBox="1"/>
          <p:nvPr/>
        </p:nvSpPr>
        <p:spPr>
          <a:xfrm>
            <a:off x="5157216" y="2569464"/>
            <a:ext cx="448056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Kapitel 8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Antrag verfolgen und aktivieren.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Kapitel 9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MO Checks und fachliche Prüfungen.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Rollen-/Status-/Scopematrizen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Anhang D.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Handbuch oneSCM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Vollständige Kapitel mit Bildschirmbildern, Rollen-, Status- und Scopematrizen (Anhang D).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oneSCM – T8-9: Gesamtprozess und MO-Rollenvertiefung</dc:title>
  <dc:subject>PptxGenJS Presentation</dc:subject>
  <dc:creator>oneSCM Quick Guide</dc:creator>
  <cp:lastModifiedBy>oneSCM Quick Guide</cp:lastModifiedBy>
  <cp:revision>1</cp:revision>
  <dcterms:created xsi:type="dcterms:W3CDTF">2026-10-11T15:41:04Z</dcterms:created>
  <dcterms:modified xsi:type="dcterms:W3CDTF">2026-10-11T15:41:04Z</dcterms:modified>
</cp:coreProperties>
</file>