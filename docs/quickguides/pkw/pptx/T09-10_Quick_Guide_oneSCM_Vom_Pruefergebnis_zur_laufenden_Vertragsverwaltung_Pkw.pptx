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T9-10: Vom Prüfergebnis zur laufenden Vertragsverwaltung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Übergangsmodul T9-10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581912"/>
          </a:xfrm>
          <a:prstGeom prst="roundRect">
            <a:avLst>
              <a:gd name="adj" fmla="val 578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Modul verbindet das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Prüfergebnis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9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genehmigt und aktiviert) mit 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laufenden Vertragsverwaltung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10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). Sie wissen, welche Daten mit der Aktivierung festgeschrieben sind, was im Alltag änderbar bleibt und wann Änderungen erneut geprüft werden.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T09-1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40487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Dokument ist interaktiv – Verweise auf Handbuchkapitel und Systeme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8437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Übergang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3118104"/>
            <a:ext cx="2240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Ausgangslage (Kapitel 9)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Prüfung abgeschlossen, Vertrag aktiv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Prüfstatus und Gründe in der Historie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Übergabe an Support, falls strittig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3118104"/>
            <a:ext cx="2240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Ziel (Kapitel 10)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 suchen und Details prüfen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Zulässige Änderungen kennen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Änderungen erneut prüfen lassen (Kapitel 9.7)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T09-1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261104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T09-1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Prüfen Sie nach der Aktivierung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Vertragsdetails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Zahlplan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10.1 und 11.1).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Kennen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festgeschriebenen Daten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Produkt, Laufzeit, Laufleistung, Zahlungsintervall (nur auf „einmalig“ änderbar).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Nutzen Sie im Alltag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zulässigen Aktionen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Kunden- und Zahlungsdaten, Zahlerwechsel, Aussetzen, Folgeangebot (Kapitel 10.2 bis 10.5).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19125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19125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19125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Mit der Aktivierung beginnen Zahlplan und Leistungsanspruch.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Änderungen an Produkt oder Laufzeit sind nur über Neuvertrag möglich; Beendigungen haben finanzielle Folgen (Kapitel 10.6 und 11.6).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913632"/>
            <a:ext cx="4645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Änderungen mit Prüfbedarf gehen erneut in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 Check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9.7).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Dokumentieren Sie jede Änderung nachvollziehbar in 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Historie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10.8).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T9-10: Vom Prüfergebnis zur laufenden Vertragsverwaltung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Übergangsmodul T9-10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Prüfung abschließen, Änderungen prüfen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Vertrag im Alltag verwalten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Fachbereich Finanzen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Zahlplan und Folgen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Vertragsstatus „aktiv“ (Kapitel 8.6)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Prüfergebnis dokumentiert (Kapitel 9.3)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Zuständigkeiten für Änderungen bekannt (Kapitel 10)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Vertragsdetails und Zahlplan nach Aktivierung geprüft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Festgeschriebene Daten bekannt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Zulässige Änderungen bekannt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Änderung mit Prüfbedarf an MO gegeben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 Prüfhistorie aus Kapitel 9 bleibt am Vertrag sichtbar.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Übergangsmodul T6-7 beschreibt den Beginn, dieses Modul das Ende des Antragsprozesses.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Reporting zu aktiven Verträgen in Kapitel 11.7.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Kann der MO einen aktiven Vertrag zurücknehmen?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Nein, nach Aktivierung gelten die Regeln aus Kapitel 10.6 für Stornierung und Beendigung.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Welche Änderungen lösen einen MO Check aus?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Zahlerwechsel, Vertragsübertragung und Sonderkonditionen (Kapitel 9.7 und 10.3).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Wo sehe ich das Prüfergebnis später?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der Änderungshistorie des Vertrags (Kapitel 10.8).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9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MO Checks und fachliche Prüfungen.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10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Verträge im Alltag verwalten.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T9-10: Vom Prüfergebnis zur laufenden Vertragsverwaltung</dc:title>
  <dc:subject>PptxGenJS Presentation</dc:subject>
  <dc:creator>oneSCM Quick Guide</dc:creator>
  <cp:lastModifiedBy>oneSCM Quick Guide</cp:lastModifiedBy>
  <cp:revision>1</cp:revision>
  <dcterms:created xsi:type="dcterms:W3CDTF">2026-10-11T15:41:04Z</dcterms:created>
  <dcterms:modified xsi:type="dcterms:W3CDTF">2026-10-11T15:41:04Z</dcterms:modified>
</cp:coreProperties>
</file>