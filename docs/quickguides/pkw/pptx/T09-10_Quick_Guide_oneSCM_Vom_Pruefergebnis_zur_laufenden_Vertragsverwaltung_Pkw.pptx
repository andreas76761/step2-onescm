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Vom Prüfergebnis zur laufenden Vertragsverwaltung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T9-10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genehmigt und aktiviert)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laufenden Vertragsverwaltung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wissen, welche Daten mit der Aktivierung festgeschrieben sind, was im Alltag änderbar bleibt und wann Änderungen erneut geprüft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9-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 abgeschlossen, Vertrag aktiv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 und Gründe in der Historie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an Support, falls strittig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suchen und Details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 Änderungen kennen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erneut prüfen lassen (Kapitel 9.7)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9-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9-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nach der Aktivierung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10.1 und 11.1).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festgeschriebenen 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Produkt, Laufzeit, Laufleistung, Zahlungsintervall (nur auf „einmalig“ änderbar).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im Alltag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zulässigen 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Kunden- und Zahlungsdaten, Zahlerwechsel, Aussetzen, Folgeangebot (Kapitel 10.2 bis 10.5).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Aktivierung beginnen Zahlplan und Leistungsanspruch.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Änderungen an Produkt oder Laufzeit sind nur über Neuvertrag möglich; Beendigungen haben finanzielle Folgen (Kapitel 10.6 und 11.6).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mit Prüfbedarf gehen erneut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jede Änderung nachvollziehbar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T9-10: Vom Prüfergebnis zur laufenden Vertragsverwaltung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T9-10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abschließen, Änderungen prüfen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Vertrag im Alltag verwalten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Zahlplan und Folgen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Vertragsstatus „aktiv“ (Kapitel 8.6)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Prüfergebnis dokumentiert (Kapitel 9.3)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Zuständigkeiten für Änderungen bekannt (Kapitel 10)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Vertragsdetails und Zahlplan nach Aktivierung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Festgeschriebene Daten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Zulässige Änderungen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mit Prüfbedarf an MO gegeben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Prüfhistorie aus Kapitel 9 bleibt am Vertrag sichtbar.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T6-7 beschreibt den Beginn, dieses Modul das Ende des Antragsprozesses.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zu aktiven Verträgen in Kapitel 11.7.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MO einen aktiven Vertrag zurücknehmen?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nach Aktivierung gelten die Regeln aus Kapitel 10.6 für Stornierung und Beendigung.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Änderungen lösen einen MO Check aus?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Zahlerwechsel, Vertragsübertragung und Sonderkonditionen (Kapitel 9.7 und 10.3).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 das Prüfergebnis später?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Änderungshistorie des Vertrags (Kapitel 10.8).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und fachliche Prüfungen.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Verträge im Alltag verwalten.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T9-10: Vom Prüfergebnis zur laufenden Vertragsverwaltung</dc:title>
  <dc:subject>PptxGenJS Presentation</dc:subject>
  <dc:creator>oneSCM Quick Guide</dc:creator>
  <cp:lastModifiedBy>oneSCM Quick Guide</cp:lastModifiedBy>
  <cp:revision>1</cp:revision>
  <dcterms:created xsi:type="dcterms:W3CDTF">2026-10-11T15:44:01Z</dcterms:created>
  <dcterms:modified xsi:type="dcterms:W3CDTF">2026-10-11T15:44:01Z</dcterms:modified>
</cp:coreProperties>
</file>