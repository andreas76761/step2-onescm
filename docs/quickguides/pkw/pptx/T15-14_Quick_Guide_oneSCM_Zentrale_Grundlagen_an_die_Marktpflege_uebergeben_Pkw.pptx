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T15-14: Zentrale Grundlagen an die Marktpflege übergeben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Übergangsmodul T15-14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Modul beschreibt den Weg vom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15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 zum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14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): Wie Blueprint-Änderungen, neue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Coverage-Codes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Options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zentral bereitgestellt und vom Markt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übernommen, lokal ausgeprägt und veröffentlicht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werden.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T15-1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Übergang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 stellt bereit (Kapitel 15)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Blueprint-Version und Änderungsübersicht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Produktdefinitionen, Coverage-Codes, Technical Options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Vorgaben zu Preiskomponenten und Faktorgrenzen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 übernimmt (Kapitel 14)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Marktspezifische Einstellungen und Vorlagen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Preisversionen, Cluster, Fahrzeuggruppen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Testing, Freigabe, Veröffentlichung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T15-1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37997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T15-1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Releaseinformation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des HQ: Was ändert sich im Blueprint, ab wann gilt es (Kapitel 22.4)?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Übernehmen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Produktdefinitionen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Coverage-Codes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die Marktpflege (Kapitel 14.8, 15.7).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Prägen Sie lokal aus: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Preisversionen, Cluster, Fahrzeuggruppen, Kampagnen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14.9 bis 14.13).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Zentrale Änderungen gelten ab dem vom HQ genannten Termin.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 Markt, der die Übernahme verzögert, bietet Produkte außerhalb des gültigen Blueprints an.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77647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Testen Sie im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dokumentieren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fachliche Abnahme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14.12, 17.3).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Veröffentlichen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Sie und informieren Sie MO und Dealer; aktualisieren Sie Schulungsunterlagen (Kapitel 14.7, 22.3).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T15-14: Zentrale Grundlagen an die Marktpflege übergeben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Übergangsmodul T15-14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zentrale Grundlagen bereitstellen und kommunizieren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übernehmen, lokal ausprägen, testen, veröffentlichen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MO/Dealer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Information über Änderungen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Freigegebene Blueprint-Änderung oder neues Produkt (Kapitel 15.2)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Releaseinformation des HQ (Kapitel 22.4)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Marktrolle mit Pflegerechten (Kapitel 14)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Releaseinformation gelesen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Zentrale Grundlagen übernommen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Lokal ausgeprägt und getestet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Veröffentlicht und kommuniziert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Gegenstück zu T14-15 (Markt beantragt Abweichung beim HQ).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Bestandswirkung von Produktänderungen beachten (Kapitel 14.10).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Spartenbezug: Van-Baumuster-Clustering (Kapitel 14.11).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Muss der Markt jede Blueprint-Änderung übernehmen?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außer eine freigegebene Länderabweichung sagt etwas anderes (Kapitel 15.3).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Wer pflegt die Preise für ein neues Produkt?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Markt in seinen Preisversionen (Kapitel 14.9) auf Basis der HQ-Vorgaben.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werden Dealer informiert?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das RetailPortal und die Releaseinformationen (Kapitel 22.4).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344168"/>
          </a:xfrm>
          <a:prstGeom prst="roundRect">
            <a:avLst>
              <a:gd name="adj" fmla="val 680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15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HQ-Rolle, Blueprint und zentrale Stammdaten.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14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Marktrolle, Produkt- und Preispflege.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RetailPortal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Neuerungen im System und Schulungsmaterial.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T15-14: Zentrale Grundlagen an die Marktpflege übergeben</dc:title>
  <dc:subject>PptxGenJS Presentation</dc:subject>
  <dc:creator>oneSCM Quick Guide</dc:creator>
  <cp:lastModifiedBy>oneSCM Quick Guide</cp:lastModifiedBy>
  <cp:revision>1</cp:revision>
  <dcterms:created xsi:type="dcterms:W3CDTF">2026-10-11T15:41:04Z</dcterms:created>
  <dcterms:modified xsi:type="dcterms:W3CDTF">2026-10-11T15:41:04Z</dcterms:modified>
</cp:coreProperties>
</file>