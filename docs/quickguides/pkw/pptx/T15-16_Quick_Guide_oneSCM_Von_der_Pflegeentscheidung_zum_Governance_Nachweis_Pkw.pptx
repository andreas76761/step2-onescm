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T15-16: Von der Pflegeentscheidung zum Governance-Nachweis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Übergangsmodul T15-16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Dieses Modul verbindet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Pflegeentscheidung des 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Kapitel 15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) mit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Governance-Nachweisen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Kapitel 16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): Jede Entscheidung erhält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Quelle, Testnachweis, Freigabe und Version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damit sie prüfbar und archivierbar ist.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T15-1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Dieses Dokument ist interaktiv – Verweise auf Handbuchkapitel und Systeme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Übergang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Entscheidung (Kapitel 15)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Blueprint-Änderung oder Länderabweichung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Technical Options, SA-Matching, Coverage-Codes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Governance und Freigabe auf HQ-Ebene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Nachweis (Kapitel 16)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Fachliche Prüfung und Freigabeworkflow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Testnachweise und Funktionsstand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Quellen, Tickets, Versionen, Klärungsregister, Archivierung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landscape_T15-1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242816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/flow_T15-16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Dokumentieren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Entscheidung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mit Begründung, Quelle und Ticketreferenz (Kapitel 16.6).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Durchlaufen Sie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Freigabeworkflow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mit fachlicher Prüfung (Kapitel 16.3).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Hinterlegen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Testnachweise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setzen Sie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Funktionsstand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(Kapitel 16.4).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291693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291693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291693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Eine Entscheidung ohne Nachweis ist nicht freigegeben.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Erst mit Quelle, Testnachweis und dokumentierter Freigabe wird sie Teil des produktiven Funktionsstands.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639312"/>
            <a:ext cx="46451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Schließen Sie offene Einträge im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Klärungsregister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aktualisieren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Version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(Kapitel 16.7).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Archivieren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Sie die freigegebene Fassung; laufende Dokumente bleiben in der Dokumentenverwaltung (Kapitel 16.5).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T15-16: Von der Pflegeentscheidung zum Governance-Nachweis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Übergangsmodul T15-16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Entscheidung treffen und nachweisen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Redaktion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Quellen, Versionen, Register pflegen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Markt/MO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Nachweise nutzen und ergänzen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Pflegeentscheidung liegt vor (Kapitel 15.4)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Freigabeworkflow bekannt (Kapitel 16.3)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Zugriff auf Klärungsregister und Versionsführung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Entscheidung mit Quelle dokumentiert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Freigabeworkflow durchlaufen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Testnachweis und Funktionsstand gesetzt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Register geschlossen, Version archiviert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242816"/>
            <a:ext cx="4663440" cy="1014984"/>
          </a:xfrm>
          <a:prstGeom prst="roundRect">
            <a:avLst>
              <a:gd name="adj" fmla="val 900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Nachweise sind Grundlage für Rollout und Schulung (Kapitel 17).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Datenschutz gilt auch für Nachweise und Testdaten (Kapitel 16.1, Anhang I.3).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 Änderungsübersicht (Kapitel 22.4) speist sich aus diesen Nachweisen.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261872"/>
          </a:xfrm>
          <a:prstGeom prst="roundRect">
            <a:avLst>
              <a:gd name="adj" fmla="val 724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Welche Nachweise braucht eine Coverage-Code-Änderung?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Quelle, Testnachweis je betroffener Sparte und HQ-Freigabe (Kapitel 15.7, 16.4).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Wer archiviert?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Die Redaktion nach Freigabe (Kapitel 16.5).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Wie finde ich die Entscheidung später?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Über Versionsführung und Klärungsregister (Kapitel 16.6, Anhang F).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084832"/>
            <a:ext cx="4663440" cy="1344168"/>
          </a:xfrm>
          <a:prstGeom prst="roundRect">
            <a:avLst>
              <a:gd name="adj" fmla="val 680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1579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432304"/>
            <a:ext cx="44805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Kapitel 15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HQ-Rolle, Blueprint und zentrale Stammdaten.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Kapitel 16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Governance, Qualität, Datenschutz und Archivierung.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Quellen und Klärungsregister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Anhang F.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T15-16: Von der Pflegeentscheidung zum Governance-Nachweis</dc:title>
  <dc:subject>PptxGenJS Presentation</dc:subject>
  <dc:creator>oneSCM Quick Guide</dc:creator>
  <cp:lastModifiedBy>oneSCM Quick Guide</cp:lastModifiedBy>
  <cp:revision>1</cp:revision>
  <dcterms:created xsi:type="dcterms:W3CDTF">2026-10-11T15:44:01Z</dcterms:created>
  <dcterms:modified xsi:type="dcterms:W3CDTF">2026-10-11T15:44:01Z</dcterms:modified>
</cp:coreProperties>
</file>