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Willkommen und Dokumentkontext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Vorspann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wen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oneSCM-Handbuch geschrieben ist,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gilt,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Rolle, Markt und Sparte entstehen und wie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geben. Dieser Guide ist der Einstieg vor allen Kapiteln.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Dokumentkontext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Zielgruppen: Dealer, MO, Markt, HQ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Gültigkeit: Version, Release, 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Varianten je Rolle, Markt und Sparte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Arbeiten mit dem Handbuch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Aufbau der Kapitel (Zweck, Voraussetzungen, Schritte, Ergebnis, Hinweise)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 je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 und Klärungsregister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V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und 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Handbuchs; sie stehen in der Fußzeile jeder Seite.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Ihre Rolle, Ihren Markt und Ihre Sparte.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Lernen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Kapitelaufbau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kennen: Zweck, Voraussetzungen, Rollen, Schritte, Ergebnis, Besonderheiten, Hinweise, Fehlerbehebung, Quellen.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Nur die aktuelle Version des Handbuchs ist gültig.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Ältere Exporte können überholte Prozesse enthalten; prüfen Sie Stand und Release (Kapitel 22.4).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Kurzfassung und das Handbuch für Details.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Geben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oder die Rückmeldefunktion der Online-Hilfe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Willkommen und Dokumentkontext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Dokumentkontext kennen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Version und Varianten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Varianten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Handbuchversion und Stand (siehe Fußzeile)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Rolle, Markt und Sparte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zum Handbuch oder zur Online-Hilfe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Version und Stand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 Variante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Kapitelaufbau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Rückmeldeweg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Lesepfad je Rolle steht in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Begriffe erklärt das Glossar (Anhang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Datenschutzregeln für Beispiele in Kapitel 16.1.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wen ist das Handbuch?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alle Rollen in oneSCM: Dealer, MO, Markt und HQ, mit Varianten je Markt und Sparte.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erkenne ich die gültige Version?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Am Stand in der Fußzeile und an der Releaseinformation (Kapitel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gebe ich Feedback?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(Anhang F) oder die Rückmeldefunktion der Online-Hilfe.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Inhaltsverzeichnis und Lesepfade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V.1: Willkommen und Dokumentkontext</dc:title>
  <dc:subject>PptxGenJS Presentation</dc:subject>
  <dc:creator>oneSCM Quick Guide</dc:creator>
  <cp:lastModifiedBy>oneSCM Quick Guide</cp:lastModifiedBy>
  <cp:revision>1</cp:revision>
  <dcterms:created xsi:type="dcterms:W3CDTF">2026-10-11T15:44:02Z</dcterms:created>
  <dcterms:modified xsi:type="dcterms:W3CDTF">2026-10-11T15:44:02Z</dcterms:modified>
</cp:coreProperties>
</file>