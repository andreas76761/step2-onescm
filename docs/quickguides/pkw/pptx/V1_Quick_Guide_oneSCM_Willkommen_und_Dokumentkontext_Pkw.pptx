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V.1: Willkommen und Dokumentkontext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Vorspann V.1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Vorspann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erklärt,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für wen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das oneSCM-Handbuch geschrieben ist,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welche Version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gilt, wie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Varianten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je Rolle, Markt und Sparte entstehen und wie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Rückmeldungen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geben. Dieser Guide ist der Einstieg vor allen Kapiteln.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V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Dokumentkontext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Zielgruppen: Dealer, MO, Markt, HQ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Gültigkeit: Version, Release, Stand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Varianten je Rolle, Markt und Sparte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Arbeiten mit dem Handbuch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Aufbau der Kapitel (Zweck, Voraussetzungen, Schritte, Ergebnis, Hinweise)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Quick Guides je Kapitel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Rückmeldungen und Klärungsregister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V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056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V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Version und Stand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des Handbuchs; sie stehen in der Fußzeile jeder Seite.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Variante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Ihre Rolle, Ihren Markt und Ihre Sparte.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Lernen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Kapitelaufbau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kennen: Zweck, Voraussetzungen, Rollen, Schritte, Ergebnis, Besonderheiten, Hinweise, Fehlerbehebung, Quellen.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291693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291693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291693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Nur die aktuelle Version des Handbuchs ist gültig.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Ältere Exporte können überholte Prozesse enthalten; prüfen Sie Stand und Release (Kapitel 22.4).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50215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Quick Guides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als Kurzfassung und das Handbuch für Details.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Geben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Rückmeldungen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das Klärungsregister oder die Rückmeldefunktion der Online-Hilfe (Anhang F).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V.1: Willkommen und Dokumentkontext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Vorspann V.1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Dokumentkontext kennen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Redaktion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Version und Varianten pflegen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lokale Varianten freigeben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Handbuchversion und Stand (siehe Fußzeile)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Eigene Rolle, Markt und Sparte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Zugang zum Handbuch oder zur Online-Hilfe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Version und Stand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Passende Variante gewählt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Kapitelaufbau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Rückmeldeweg bekannt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Der Lesepfad je Rolle steht in V.2.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Begriffe erklärt das Glossar (Anhang A).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Datenschutzregeln für Beispiele in Kapitel 16.1.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Für wen ist das Handbuch?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alle Rollen in oneSCM: Dealer, MO, Markt und HQ, mit Varianten je Markt und Sparte.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erkenne ich die gültige Version?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Am Stand in der Fußzeile und an der Releaseinformation (Kapitel 22.4).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gebe ich Feedback?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das Klärungsregister (Anhang F) oder die Rückmeldefunktion der Online-Hilfe.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Inhaltsverzeichnis und Lesepfade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V.2.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A mit Begriffen und Abkürzungen.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V.1: Willkommen und Dokumentkontext</dc:title>
  <dc:subject>PptxGenJS Presentation</dc:subject>
  <dc:creator>oneSCM Quick Guide</dc:creator>
  <cp:lastModifiedBy>oneSCM Quick Guide</cp:lastModifiedBy>
  <cp:revision>1</cp:revision>
  <dcterms:created xsi:type="dcterms:W3CDTF">2026-10-11T16:25:28Z</dcterms:created>
  <dcterms:modified xsi:type="dcterms:W3CDTF">2026-10-11T16:25:28Z</dcterms:modified>
</cp:coreProperties>
</file>