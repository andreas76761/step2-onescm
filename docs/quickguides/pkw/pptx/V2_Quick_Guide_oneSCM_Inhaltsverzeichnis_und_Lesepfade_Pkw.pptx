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V.2: Inhaltsverzeichnis und Lesepfade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Vorspann V.2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280160"/>
          </a:xfrm>
          <a:prstGeom prst="roundRect">
            <a:avLst>
              <a:gd name="adj" fmla="val 714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Inhaltsverzeichnis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zeigt die 23 Kapitel, Anhänge und Übergangsmodule;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Lesepfade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empfehlen je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die Reihenfolge der Kapitel. Dieser Guide hilft, schnell den richtigen Einstieg zu finden.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V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103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Verweise auf Handbuchkapitel und Systeme sind hervorgehoben; E-Mail-Adressen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54203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Inhalt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816352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Lesepfade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Dealer: 1, 2, 3, 4, 5, 6, T6-7, 7, T7-8, 8, 10, 12, 23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MO: 1, 2, 3, 8, T8-9, 9, T9-10, 10, 11, 16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Markt: 1, 2, 14, T14-15, 15, 20, 21, 17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HQ: 1, 15, T15-14, T15-16, 16, 19, 22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816352"/>
            <a:ext cx="22402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Struktur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Hauptteil: Kapitel 1 bis 23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Übergangsmodule T6-7 bis T15-16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Anhänge A bis I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Vorspann V.1 und V.2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V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6110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V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Wählen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Lesepfad Ihrer Rolle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lesen Sie zuerst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Grundlagen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 bis 3).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Folgen Sie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Prozesskapiteln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der Reihenfolge des Lesepfads;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Übergangsmodule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verbinden sie.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 Sie je Kapitel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Quick Guide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als Kurzfassung und Checkliste.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0540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0540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0540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Lesepfade sind Empfehlungen, keine Berechtigungen.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Welche Kapitel Sie im System umsetzen dürfen, bestimmen Rolle und Scope (Anhang D).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639312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Ziehen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Anhänge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bei Bedarf hinzu: Glossar, Checklisten, Matrizen, Praxisbeispiele.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Schließen Sie mit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23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(FAQ und Support) und dem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Wissenscheck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(Anhang H) ab.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V.2: Inhaltsverzeichnis und Lesepfade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Vorspann V.2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Lesepfad Vertragsprozess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Lesepfad Prüfung und Verwaltung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Markt/HQ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Lesepfad Pflege und Governance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Eigene Rolle bekannt (Kapitel 1.3)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Zugang zum Handbuch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Grundlagenkapitel 1 bis 3 gelesen oder eingeplant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Lesepfad der Rolle gewählt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Grundlagen gelesen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Prozesskapitel in Reihenfolge bearbeitet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Anhänge bei Bedarf genutzt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Das Dashboard zeigt die Struktur und die Klickstrecke interaktiv.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Länder- und Spartenkapitel (20, 21) ergänzen jeden Lesepfad.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Neue Kapitel werden mit Releases in die Lesepfade aufgenommen (Kapitel 22).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Muss ich alle 23 Kapitel lesen?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Nein, der Lesepfad Ihrer Rolle nennt die relevanten Kapitel; die übrigen sind Nachschlagewerk.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 stehen die Übergangsmodule?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Zwischen den Kapiteln, die sie verbinden, z. B. T6-7 zwischen Kapitel 6 und 7.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Gibt es Lesepfade je Markt?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Lesepfade gelten je Rolle; Marktbesonderheiten stehen in Kapitel 20.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Willkommen und Dokumentkontext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Handbuch-Dashboard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Struktur und Klickstrecke.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und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23 mit Fragen je Prozessphase und bekannten Fehlern je Markt und Release.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V.2: Inhaltsverzeichnis und Lesepfade</dc:title>
  <dc:subject>PptxGenJS Presentation</dc:subject>
  <dc:creator>oneSCM Quick Guide</dc:creator>
  <cp:lastModifiedBy>oneSCM Quick Guide</cp:lastModifiedBy>
  <cp:revision>1</cp:revision>
  <dcterms:created xsi:type="dcterms:W3CDTF">2026-10-11T16:25:28Z</dcterms:created>
  <dcterms:modified xsi:type="dcterms:W3CDTF">2026-10-11T16:25:28Z</dcterms:modified>
</cp:coreProperties>
</file>