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Einführung und Überblick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ist das zentrale System für Servicevertrags- und Wartungsprodukte. Dieser Guide zeigt,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wofür oneSCM genutzt wird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welche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zusammenarbeiten und wie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 Standard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lokalen Ausprägungen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Markt zusammenspielt (Kapitel 1.1 bis 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1.1 – 1.3 Ziele und Rollen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Ziele und Nutzen von oneSCM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Projekthintergrund und Einordnung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 und Aufgaben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1.4 – 1.6 Ökosystem und Standard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 im oneSCM-Ökosystem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Domänen und Zusammenarbeit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Globaler Standard und lokale Ausprägungen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Ziele und 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(1.1): oneSCM bündelt Preisinformation, Angebot, Antrag, Vertrag und Verwaltung in einem System.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das Projekt ein (1.2): oneSCM löst Altsysteme ab und bildet den Vertragsprozess für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 und 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einheitlich ab.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Identifizieren Sie Ihre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(1.3 und 1.4) und die zugehörigen Kapitel: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Kapitel 4 bis 8 und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Kapitel 9 und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Markt: Kapitel 14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Kapitel 15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Länderspezifische Abweichungen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vom Blueprint sind nur gültig, wenn sie im Länderabweichungsregister (Kapitel 20.6) dokumentiert und freigegeben sind.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Verstehen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fachlichen Domänen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(1.5): Kunde, Fahrzeug, Produkt, Vertrag, Zahlung und Dokument greifen ineinander.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Standard und 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(1.6): Der Blueprint gilt global, Länderabweichungen sind im Register dokumentiert (Kapitel 20).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Einführung und Überblick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(Autohaus): Angebot, Antrag, Antragsverwaltung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fachliche Prüfung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Produkt-, Preis- und Kampagnenpflege,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globale Standards, zentrale Stammdaten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 oneSCM über RetailPortal oder Direktverlinkung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Kenntnis des eigenen Markt-, Sparten- und Betriebskontexts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Handbuchkapitel 1 als Einstieg vor allen Prozesskapiteln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3108960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56432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Eigene Rolle und Markt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Zuständige Handbuchkapitel sind identifiziert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Zugang zu oneSCM ist beantragt oder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Glossar und Prozesslandkarte sind bekannt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416552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6402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Begriffe und Abkürzungen (MO, HQ, OTR, FIN, ZB I) finden Sie im Glossar (Anhang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Prozesslandkarte (Kapitel 3.4) zeigt die Reihenfolge der Prozesskapitel.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 je Rolle stehen im Vorspann (V.2).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Wofür steht oneSCM?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das zentrale Service Contract Management: Angebot, Antrag, Vertrag und Verwaltung von Service- und Wartungsprodukten.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Gilt das Handbuch für Pkw und Van?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Ja. Spartenunterschiede sind in Kapitel 21 beschrieben, Länderunterschiede in Kapitel 20.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beginne ich als neue Nutzerin oder neuer Nutzer?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Kapitel 2 (Zugang) und Kapitel 3 (Navigation), danach mit dem Prozesskapitel Ihrer Rolle.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Einführung und Überblick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