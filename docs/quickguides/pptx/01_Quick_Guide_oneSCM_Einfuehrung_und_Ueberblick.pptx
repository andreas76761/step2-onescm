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Einführung und Überblick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335024"/>
          </a:xfrm>
          <a:prstGeom prst="roundRect">
            <a:avLst>
              <a:gd name="adj" fmla="val 684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ist das zentrale System für Servicevertrags- und Wartungsprodukte. Dieser Guide zeigt,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wofür oneSCM genutzt wird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welche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zusammenarbeiten und wie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globale Standard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lokalen Ausprägungen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Markt zusammenspielt (Kapitel 1.1 bis 1.6).</a:t>
            </a:r>
            <a:endParaRPr lang="en-US" sz="900" dirty="0"/>
          </a:p>
        </p:txBody>
      </p:sp>
      <p:sp>
        <p:nvSpPr>
          <p:cNvPr id="11" name="Screenshot-Rahmen"/>
          <p:cNvSpPr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2" name="Screenshot-Beschriftung"/>
          <p:cNvSpPr txBox="1"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Startseite oneSCM</a:t>
            </a:r>
            <a:endParaRPr lang="en-US" sz="700" dirty="0"/>
          </a:p>
        </p:txBody>
      </p:sp>
      <p:sp>
        <p:nvSpPr>
          <p:cNvPr id="13" name="Hinweis"/>
          <p:cNvSpPr txBox="1"/>
          <p:nvPr/>
        </p:nvSpPr>
        <p:spPr>
          <a:xfrm>
            <a:off x="201168" y="215798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4" name="Überblick Titel"/>
          <p:cNvSpPr txBox="1"/>
          <p:nvPr/>
        </p:nvSpPr>
        <p:spPr>
          <a:xfrm>
            <a:off x="201168" y="259689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01168" y="287121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1.1 – 1.3 Ziele und Rollen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Ziele und Nutzen von oneSCM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Projekthintergrund und Einordnung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 und Aufgaben</a:t>
            </a:r>
            <a:endParaRPr lang="en-US" sz="900" dirty="0"/>
          </a:p>
        </p:txBody>
      </p:sp>
      <p:sp>
        <p:nvSpPr>
          <p:cNvPr id="16" name="Überblick Spalte"/>
          <p:cNvSpPr txBox="1"/>
          <p:nvPr/>
        </p:nvSpPr>
        <p:spPr>
          <a:xfrm>
            <a:off x="2624328" y="287121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1.4 – 1.6 Ökosystem und Standard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 im oneSCM-Ökosystem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Domänen und Zusammenarbeit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Globaler Standard und lokale Ausprägungen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2798064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Ziele und Nutzen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(1.1): oneSCM bündelt Preisinformation, Angebot, Antrag, Vertrag und Verwaltung in einem System.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das Projekt ein (1.2): oneSCM löst Altsysteme ab und bildet den Vertragsprozess für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Pkw und 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einheitlich ab.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Identifizieren Sie Ihre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(1.3 und 1.4) und die zugehörigen Kapitel: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Dealer: Kapitel 4 bis 8 und 10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MO: Kapitel 9 und 10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Markt: Kapitel 14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HQ: Kapitel 15</a:t>
            </a:r>
            <a:endParaRPr lang="en-US" sz="900" dirty="0"/>
          </a:p>
        </p:txBody>
      </p:sp>
      <p:sp>
        <p:nvSpPr>
          <p:cNvPr id="19" name="Screenshot-Rahmen"/>
          <p:cNvSpPr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Screenshot-Beschriftung"/>
          <p:cNvSpPr txBox="1"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endParaRPr lang="en-US" sz="700" dirty="0"/>
          </a:p>
        </p:txBody>
      </p:sp>
      <p:sp>
        <p:nvSpPr>
          <p:cNvPr id="21" name="Warnhinweis"/>
          <p:cNvSpPr/>
          <p:nvPr/>
        </p:nvSpPr>
        <p:spPr>
          <a:xfrm>
            <a:off x="5047488" y="3081528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2" name="Warnzeichen"/>
          <p:cNvSpPr txBox="1"/>
          <p:nvPr/>
        </p:nvSpPr>
        <p:spPr>
          <a:xfrm>
            <a:off x="5120640" y="3081528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3" name="Warntext"/>
          <p:cNvSpPr txBox="1"/>
          <p:nvPr/>
        </p:nvSpPr>
        <p:spPr>
          <a:xfrm>
            <a:off x="5458968" y="3081528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Länderspezifische Abweichungen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vom Blueprint sind nur gültig, wenn sie im Länderabweichungsregister (Kapitel 20.6) dokumentiert und freigegeben sind.</a:t>
            </a:r>
            <a:endParaRPr lang="en-US" sz="900" dirty="0"/>
          </a:p>
        </p:txBody>
      </p:sp>
      <p:sp>
        <p:nvSpPr>
          <p:cNvPr id="24" name="Schritte"/>
          <p:cNvSpPr txBox="1"/>
          <p:nvPr/>
        </p:nvSpPr>
        <p:spPr>
          <a:xfrm>
            <a:off x="5065776" y="3803904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Verstehen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fachlichen Domänen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(1.5): Kunde, Fahrzeug, Produkt, Vertrag, Zahlung und Dokument greifen ineinander.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Standard und Abweichung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(1.6): Der Blueprint gilt global, Länderabweichungen sind im Register dokumentiert (Kapitel 20).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Einführung und Überblick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30552"/>
          </a:xfrm>
          <a:prstGeom prst="roundRect">
            <a:avLst>
              <a:gd name="adj" fmla="val 429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(Autohaus): Angebot, Antrag, Antragsverwaltung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 Operation): fachliche Prüfung und Aktivierung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Produkt-, Preis- und Kampagnenpflege, Administration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Blueprint, globale Standards, zentrale Stammdaten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 zu oneSCM über RetailPortal oder Direktverlinkung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Kenntnis des eigenen Markt-, Sparten- und Betriebskontexts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Handbuchkapitel 1 als Einstieg vor allen Prozesskapiteln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53512"/>
            <a:ext cx="4663440" cy="1115568"/>
          </a:xfrm>
          <a:prstGeom prst="roundRect">
            <a:avLst>
              <a:gd name="adj" fmla="val 819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2666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300984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Eigene Rolle und Markt sind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Zuständige Handbuchkapitel sind identifiziert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Zugang zu oneSCM ist beantragt oder vorhanden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Glossar und Prozesslandkarte sind bekannt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178808"/>
            <a:ext cx="4663440" cy="1225296"/>
          </a:xfrm>
          <a:prstGeom prst="roundRect">
            <a:avLst>
              <a:gd name="adj" fmla="val 746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25196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262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Begriffe und Abkürzungen (MO, HQ, OTR, FIN, ZB I) finden Sie im Glossar (Anhang A).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Prozesslandkarte (Kapitel 3.4) zeigt die Reihenfolge der Prozesskapitel.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Lesepfade je Rolle stehen im Vorspann (V.2).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Wofür steht oneSCM?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das zentrale Service Contract Management: Angebot, Antrag, Vertrag und Verwaltung von Service- und Wartungsprodukten.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Gilt das Handbuch für Pkw und Van?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Ja. Spartenunterschiede sind in Kapitel 21 beschrieben, Länderunterschiede in Kapitel 20.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beginne ich als neue Nutzerin oder neuer Nutzer?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Kapitel 2 (Zugang) und Kapitel 3 (Navigation), danach mit dem Prozesskapitel Ihrer Rolle.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389888"/>
          </a:xfrm>
          <a:prstGeom prst="roundRect">
            <a:avLst>
              <a:gd name="adj" fmla="val 657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A mit Begriffen und Abkürzungen.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Einführung und Überblick</dc:title>
  <dc:subject>PptxGenJS Presentation</dc:subject>
  <dc:creator>oneSCM Quick Guide</dc:creator>
  <cp:lastModifiedBy>oneSCM Quick Guide</cp:lastModifiedBy>
  <cp:revision>1</cp:revision>
  <dcterms:created xsi:type="dcterms:W3CDTF">2026-10-11T15:09:44Z</dcterms:created>
  <dcterms:modified xsi:type="dcterms:W3CDTF">2026-10-11T15:09:44Z</dcterms:modified>
</cp:coreProperties>
</file>