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ist das zentrale System für Servicevertrags- und Wartungsprodukte. Dieser Guide zeigt,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oneSCM genutzt wird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zusammenarbeiten und wie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lokalen Ausprägungen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Markt zusammenspielt (Kapitel 1.1 bis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Ziele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 von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Projekthintergrund und Einordnung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 und Aufgaben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Ökosystem und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 im oneSCM-Ökosystem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Domänen und Zusammenarbeit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Globaler Standard und lokale Ausprägungen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bündelt Preisinformation, Angebot, Antrag, Vertrag und Verwaltung in einem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das Projekt ein (1.2): oneSCM löst Altsysteme ab und bildet den Vertragsprozess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einheitlich ab.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und 1.4) und die zugehörigen Kapitel: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Kapitel 4 bis 8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Kapitel 9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Kapitel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Kapitel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Länderspezifische Abweichungen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vom Blueprint sind nur gültig, wenn sie im Länderabweichungsregister (Kapitel 20.6) dokumentiert und freigegeben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Verstehen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fachlichen Domänen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Kunde, Fahrzeug, Produkt, Vertrag, Zahlung und Dokument greifen ineinander.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und 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Der Blueprint gilt global, Länderabweichungen sind im Register dokumentiert (Kapitel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(Autohaus): Angebot, Antrag, Antragsverwaltung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oneSCM über RetailPortal oder Direktverlinkung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des eigenen Markt-, Sparten- und Betriebskontexts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1 als Einstieg vor allen Prozesskapiteln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Eigene Rolle und Markt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Zuständige Handbuchkapitel sind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Zugang zu oneSCM ist beantragt oder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 und Prozesslandkarte sind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und Abkürzungen (MO, HQ, OTR, FIN, ZB I) finden Sie im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Prozesslandkarte (Kapitel 3.4) zeigt die Reihenfolge der Prozesskapitel.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 je Rolle stehen im Vorspann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steht oneSCM?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das zentrale Service Contract Management: Angebot, Antrag, Vertrag und Verwaltung von Service- und Wartungsprodukten.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Handbuch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Ja. Spartenunterschiede sind in Kapitel 21 beschrieben, Länderunterschiede in Kapitel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beginne ich als neue Nutzerin oder neuer Nutzer?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Kapitel 2 (Zugang) und Kapitel 3 (Navigation), danach mit dem Prozesskapitel Ihrer 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Einführung und Überblick</dc:title>
  <dc:subject>PptxGenJS Presentation</dc:subject>
  <dc:creator>oneSCM Quick Guide</dc:creator>
  <cp:lastModifiedBy>oneSCM Quick Guide</cp:lastModifiedBy>
  <cp:revision>1</cp:revision>
  <dcterms:created xsi:type="dcterms:W3CDTF">2026-10-11T16:25:21Z</dcterms:created>
  <dcterms:modified xsi:type="dcterms:W3CDTF">2026-10-11T16:25:21Z</dcterms:modified>
</cp:coreProperties>
</file>