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1/2</a:t>
            </a:r>
            <a:endParaRPr lang="en-US" sz="700" dirty="0"/>
          </a:p>
        </p:txBody>
      </p:sp>
      <p:sp>
        <p:nvSpPr>
          <p:cNvPr id="8" name="Ziel und Nutzen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Ziel und Nutzen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ist das zentrale System für Servicevertrags- und Wartungsprodukte. Dieser Guide zeigt,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oneSCM genutzt wird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welche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zusammenarbeiten und wie 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 Standard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lokalen Ausprägungen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je Markt zusammenspielt (Kapitel 1.1 bis 1.6).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/badge_0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Dieses Dokument ist interaktiv – Verweise auf Handbuchkapitel und Systeme sind als Links hinterlegt.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Die Themen im Überblick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1.1 – 1.3 Ziele und Rollen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 von oneSCM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Projekthintergrund und Einordnung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 und Aufgaben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033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1.4 – 1.6 Ökosystem und Standard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Rollen im oneSCM-Ökosystem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 Domänen und Zusammenarbeit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Globaler Standard und lokale Ausprägungen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/landscape_01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105656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/flow_01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96012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178308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So gehen Sie vor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057400"/>
            <a:ext cx="4645152" cy="15727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Ziele und Nutzen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(1.1): oneSCM bündelt Preisinformation, Angebot, Antrag, Vertrag und Verwaltung in einem System.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Ordnen Sie das Projekt ein (1.2): oneSCM löst Altsysteme ab und bildet den Vertragsprozess für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Pkw und Van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einheitlich ab.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Identifizieren Sie Ihre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Rolle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(1.3 und 1.4) und die zugehörigen Kapitel: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Dealer: Kapitel 4 bis 8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MO: Kapitel 9 und 10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Markt: Kapitel 14</a:t>
            </a:r>
            <a:endParaRPr lang="en-US" sz="900" dirty="0"/>
          </a:p>
          <a:p>
            <a:pPr lvl="1" marL="3048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HQ: Kapitel 15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3739896"/>
            <a:ext cx="4663440" cy="475488"/>
          </a:xfrm>
          <a:prstGeom prst="roundRect">
            <a:avLst>
              <a:gd name="adj" fmla="val 15385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3739896"/>
            <a:ext cx="2743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3739896"/>
            <a:ext cx="41605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Länderspezifische Abweichungen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vom Blueprint sind nur gültig, wenn sie im Länderabweichungsregister (Kapitel 20.6) dokumentiert und freigegeben sind.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325112"/>
            <a:ext cx="4645152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Verstehen Sie die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fachlichen Domänen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(1.5): Kunde, Fahrzeug, Produkt, Vertrag, Zahlung und Dokument greifen ineinander.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Beachten Sie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Standard und Abweichung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(1.6): Der Blueprint gilt global, Länderabweichungen sind im Register dokumentiert (Kapitel 20).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Einführung und Überblick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für Van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Hinweis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Dieser Quick Guide fasst Kapitel 1 des oneSCM-Handbuchs zusammen. Details, Bildschirmbilder und Nachweise finden Sie im Handbuch.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STAND: 11.10.2026 | 2/2</a:t>
            </a:r>
            <a:endParaRPr lang="en-US" sz="700" dirty="0"/>
          </a:p>
        </p:txBody>
      </p:sp>
      <p:sp>
        <p:nvSpPr>
          <p:cNvPr id="8" name="Rollen und Voraussetzungen"/>
          <p:cNvSpPr/>
          <p:nvPr/>
        </p:nvSpPr>
        <p:spPr>
          <a:xfrm>
            <a:off x="201168" y="713232"/>
            <a:ext cx="4663440" cy="2286000"/>
          </a:xfrm>
          <a:prstGeom prst="roundRect">
            <a:avLst>
              <a:gd name="adj" fmla="val 400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Rollen und Voraussetzungen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Beteiligte Rollen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(Autohaus): Angebot, Antrag, Antragsverwaltung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(Market Operation): fachliche Prüfung und Aktivierung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Markt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Produkt-, Preis- und Kampagnenpflege, Administration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HQ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Blueprint, globale Standards, zentrale Stammdaten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Voraussetzungen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Zugang zu oneSCM über RetailPortal oder Direktverlinkung (Kapitel 2)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Kenntnis des eigenen Markt-, Sparten- und Betriebskontexts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Handbuchkapitel 1 als Einstieg vor allen Prozesskapiteln</a:t>
            </a:r>
            <a:endParaRPr lang="en-US" sz="900" dirty="0"/>
          </a:p>
        </p:txBody>
      </p:sp>
      <p:sp>
        <p:nvSpPr>
          <p:cNvPr id="11" name="Checkliste vor dem Abschluss"/>
          <p:cNvSpPr/>
          <p:nvPr/>
        </p:nvSpPr>
        <p:spPr>
          <a:xfrm>
            <a:off x="201168" y="3108960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182112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Checkliste vor dem Abschluss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456432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Eigene Rolle und Markt sind bekannt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Zuständige Handbuchkapitel sind identifiziert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Zugang zu oneSCM ist beantragt oder vorhanden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Glossar und Prozesslandkarte sind bekannt</a:t>
            </a:r>
            <a:endParaRPr lang="en-US" sz="900" dirty="0"/>
          </a:p>
        </p:txBody>
      </p:sp>
      <p:sp>
        <p:nvSpPr>
          <p:cNvPr id="14" name="Hinweise und Stolpersteine"/>
          <p:cNvSpPr/>
          <p:nvPr/>
        </p:nvSpPr>
        <p:spPr>
          <a:xfrm>
            <a:off x="201168" y="4416552"/>
            <a:ext cx="4663440" cy="1170432"/>
          </a:xfrm>
          <a:prstGeom prst="roundRect">
            <a:avLst>
              <a:gd name="adj" fmla="val 7813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4897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Hinweise und Stolpersteine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764024"/>
            <a:ext cx="4480560" cy="7680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Begriffe und Abkürzungen (MO, HQ, OTR, FIN, ZB I) finden Sie im Glossar (Anhang A).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Die Prozesslandkarte (Kapitel 3.4) zeigt die Reihenfolge der Prozesskapitel.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Lesepfade je Rolle stehen im Vorspann (V.2).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399032"/>
          </a:xfrm>
          <a:prstGeom prst="roundRect">
            <a:avLst>
              <a:gd name="adj" fmla="val 6536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271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Häufig gestellte Fragen und Antworten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Wofür steht oneSCM?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Für das zentrale Service Contract Management: Angebot, Antrag, Vertrag und Verwaltung von Service- und Wartungsprodukten.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Gilt das Handbuch für Pkw und Van?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Ja. Spartenunterschiede sind in Kapitel 21 beschrieben, Länderunterschiede in Kapitel 20.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Wo beginne ich als neue Nutzerin oder neuer Nutzer?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Mit Kapitel 2 (Zugang) und Kapitel 3 (Navigation), danach mit dem Prozesskapitel Ihrer Rolle.</a:t>
            </a:r>
            <a:endParaRPr lang="en-US" sz="900" dirty="0"/>
          </a:p>
        </p:txBody>
      </p:sp>
      <p:sp>
        <p:nvSpPr>
          <p:cNvPr id="19" name="Wichtige Links und Ansprechpartner"/>
          <p:cNvSpPr/>
          <p:nvPr/>
        </p:nvSpPr>
        <p:spPr>
          <a:xfrm>
            <a:off x="5047488" y="2221992"/>
            <a:ext cx="4663440" cy="1490472"/>
          </a:xfrm>
          <a:prstGeom prst="roundRect">
            <a:avLst>
              <a:gd name="adj" fmla="val 6135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29514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Wichtige Links und Ansprechpartner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569464"/>
            <a:ext cx="4480560" cy="10881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Handbuch oneSCM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Vollständige Kapitel mit Bildschirmbildern, Rollen-, Status- und Scopematrizen (Anhang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RetailPortal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Neuerungen im System und Schulungsmaterial.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Glossar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Anhang A mit Begriffen und Abkürzungen.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und Eskalation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Supportfall mit Referenznummer, Markt, Sparte und Bildschirmbild melden (Kapitel 23.4 und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Einführung und Überblick</dc:title>
  <dc:subject>PptxGenJS Presentation</dc:subject>
  <dc:creator>oneSCM Quick Guide</dc:creator>
  <cp:lastModifiedBy>oneSCM Quick Guide</cp:lastModifiedBy>
  <cp:revision>1</cp:revision>
  <dcterms:created xsi:type="dcterms:W3CDTF">2026-10-11T15:37:05Z</dcterms:created>
  <dcterms:modified xsi:type="dcterms:W3CDTF">2026-10-11T15:37:05Z</dcterms:modified>
</cp:coreProperties>
</file>