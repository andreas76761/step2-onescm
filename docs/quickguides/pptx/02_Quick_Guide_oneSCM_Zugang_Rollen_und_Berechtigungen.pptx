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Zugang, Rollen und Berechtigungen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234440"/>
          </a:xfrm>
          <a:prstGeom prst="roundRect">
            <a:avLst>
              <a:gd name="adj" fmla="val 740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melden sich per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Single Sign-on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an, prüfen Ihre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technischen Berechtigungen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wissen, wie Sie fehlende Rechte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beantragen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Zugangsprobleme lösen (Kapitel 2.1 bis 2.6).</a:t>
            </a:r>
            <a:endParaRPr lang="en-US" sz="900" dirty="0"/>
          </a:p>
        </p:txBody>
      </p:sp>
      <p:sp>
        <p:nvSpPr>
          <p:cNvPr id="11" name="Screenshot-Rahmen"/>
          <p:cNvSpPr/>
          <p:nvPr/>
        </p:nvSpPr>
        <p:spPr>
          <a:xfrm>
            <a:off x="3035808" y="804672"/>
            <a:ext cx="1737360" cy="1051560"/>
          </a:xfrm>
          <a:prstGeom prst="rect">
            <a:avLst/>
          </a:prstGeom>
          <a:solidFill>
            <a:srgbClr val="F3F3F3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2" name="Screenshot-Beschriftung"/>
          <p:cNvSpPr txBox="1"/>
          <p:nvPr/>
        </p:nvSpPr>
        <p:spPr>
          <a:xfrm>
            <a:off x="3035808" y="804672"/>
            <a:ext cx="1737360" cy="1051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Anmeldung Single Sign-on</a:t>
            </a:r>
            <a:endParaRPr lang="en-US" sz="700" dirty="0"/>
          </a:p>
        </p:txBody>
      </p:sp>
      <p:sp>
        <p:nvSpPr>
          <p:cNvPr id="13" name="Hinweis"/>
          <p:cNvSpPr txBox="1"/>
          <p:nvPr/>
        </p:nvSpPr>
        <p:spPr>
          <a:xfrm>
            <a:off x="201168" y="205740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4" name="Überblick Titel"/>
          <p:cNvSpPr txBox="1"/>
          <p:nvPr/>
        </p:nvSpPr>
        <p:spPr>
          <a:xfrm>
            <a:off x="201168" y="249631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01168" y="277063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2.1 – 2.3 Login und Rollen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Login und Single Sign-on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Rollen und technische Berechtigungen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Berechtigungsantrag und Freigabe</a:t>
            </a:r>
            <a:endParaRPr lang="en-US" sz="900" dirty="0"/>
          </a:p>
        </p:txBody>
      </p:sp>
      <p:sp>
        <p:nvSpPr>
          <p:cNvPr id="16" name="Überblick Spalte"/>
          <p:cNvSpPr txBox="1"/>
          <p:nvPr/>
        </p:nvSpPr>
        <p:spPr>
          <a:xfrm>
            <a:off x="2624328" y="277063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2.4 – 2.6 Kontext und Sicherheit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Markt-, Sparten- und Betriebskontext prüfen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Fehlende Berechtigungen und Zugangsprobleme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Sicherer Umgang mit Benutzerkonto und Sitzung</a:t>
            </a:r>
            <a:endParaRPr lang="en-US" sz="900" dirty="0"/>
          </a:p>
        </p:txBody>
      </p:sp>
      <p:sp>
        <p:nvSpPr>
          <p:cNvPr id="17" name="Abschnittstitel"/>
          <p:cNvSpPr txBox="1"/>
          <p:nvPr/>
        </p:nvSpPr>
        <p:spPr>
          <a:xfrm>
            <a:off x="5047488" y="713232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987552"/>
            <a:ext cx="27980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Rufen Sie oneSCM über </a:t>
            </a: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über die </a:t>
            </a: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Direktverlinkung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auf. Die Anmeldung erfolgt per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Single Sign-on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nach dem Login Ihren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Markt-, Sparten- und Betriebskontext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(2.4): Falscher Kontext bedeutet falsche Produkte und Preise.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Gleichen Sie Ihre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technischen Berechtigungen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 (2.2). Fehlende Menüpunkte deuten auf fehlende Rollen hin.</a:t>
            </a:r>
            <a:endParaRPr lang="en-US" sz="900" dirty="0"/>
          </a:p>
        </p:txBody>
      </p:sp>
      <p:sp>
        <p:nvSpPr>
          <p:cNvPr id="19" name="Screenshot-Rahmen"/>
          <p:cNvSpPr/>
          <p:nvPr/>
        </p:nvSpPr>
        <p:spPr>
          <a:xfrm>
            <a:off x="7973568" y="987552"/>
            <a:ext cx="1737360" cy="1463040"/>
          </a:xfrm>
          <a:prstGeom prst="rect">
            <a:avLst/>
          </a:prstGeom>
          <a:solidFill>
            <a:srgbClr val="F3F3F3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0" name="Screenshot-Beschriftung"/>
          <p:cNvSpPr txBox="1"/>
          <p:nvPr/>
        </p:nvSpPr>
        <p:spPr>
          <a:xfrm>
            <a:off x="7973568" y="987552"/>
            <a:ext cx="173736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Berechtigungsantrag in ALICE</a:t>
            </a:r>
            <a:endParaRPr lang="en-US" sz="700" dirty="0"/>
          </a:p>
        </p:txBody>
      </p:sp>
      <p:sp>
        <p:nvSpPr>
          <p:cNvPr id="21" name="Warnhinweis"/>
          <p:cNvSpPr/>
          <p:nvPr/>
        </p:nvSpPr>
        <p:spPr>
          <a:xfrm>
            <a:off x="5047488" y="2606040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2" name="Warnzeichen"/>
          <p:cNvSpPr txBox="1"/>
          <p:nvPr/>
        </p:nvSpPr>
        <p:spPr>
          <a:xfrm>
            <a:off x="5120640" y="2606040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3" name="Warntext"/>
          <p:cNvSpPr txBox="1"/>
          <p:nvPr/>
        </p:nvSpPr>
        <p:spPr>
          <a:xfrm>
            <a:off x="5458968" y="2606040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Berechtigungen werden nie per E-Mail oder Zuruf vergeben.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Jede Rolle wird über ALICE beantragt, geprüft und freigegeben; die Freigabe ist nachvollziehbar dokumentiert.</a:t>
            </a:r>
            <a:endParaRPr lang="en-US" sz="900" dirty="0"/>
          </a:p>
        </p:txBody>
      </p:sp>
      <p:sp>
        <p:nvSpPr>
          <p:cNvPr id="24" name="Schritte"/>
          <p:cNvSpPr txBox="1"/>
          <p:nvPr/>
        </p:nvSpPr>
        <p:spPr>
          <a:xfrm>
            <a:off x="5065776" y="3328416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Fehlt eine Berechtigung, stellen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Berechtigungsantrag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ALICE (2.3). Im Autohaus schaltet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ALICE-Autohaus-Admin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frei.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Zugangsproblemen (2.5): Browser-Cache leeren, erneut anmelden, dann Supportfall mit Benutzerkennung und Bildschirmbild melden.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Sperren Sie Ihre Sitzung bei Abwesenheit und teilen Sie Ihr Konto nie mit anderen (2.6).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Zugang, Rollen und Berechtigungen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1965960"/>
          </a:xfrm>
          <a:prstGeom prst="roundRect">
            <a:avLst>
              <a:gd name="adj" fmla="val 4651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Nutzerin/Nutzer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Login, Kontextprüfung, Antrag auf Berechtigung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ALICE-Autohaus-Admin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Freischaltung der Rollen im Autohaus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Rollenmodell und Freigaben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Gültiges Benutzerkonto im Konzernverzeichnis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Zugeordnete oneSCM-Rolle (z. B. oneSCM.DealerVAN)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Zugang über RetailPortal oder Direktverlinkung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788920"/>
            <a:ext cx="4663440" cy="1115568"/>
          </a:xfrm>
          <a:prstGeom prst="roundRect">
            <a:avLst>
              <a:gd name="adj" fmla="val 819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286207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136392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Login über SSO funktioniert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Markt, Sparte und Betrieb sind korrekt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Alle benötigten Menüpunkte sind sichtbar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Ansprechperson für ALICE ist bekannt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014216"/>
            <a:ext cx="4663440" cy="1088136"/>
          </a:xfrm>
          <a:prstGeom prst="roundRect">
            <a:avLst>
              <a:gd name="adj" fmla="val 84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0873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36168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Rolle oneSCM.DealerVAN ist Voraussetzung für die Antragserstellung im Van-Geschäft.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 einer Rollenänderung ist eine erneute Anmeldung nötig.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Mehrere Märkte oder Sparten erfordern mehrere Rollenzuordnungen.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Warum sehe ich den Menüpunkt Vertragserstellung nicht?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zugehörige Rolle fehlt. Beantragen Sie sie über ALICE bei Ihrem Autohaus-Admin.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dauert eine Freigabe?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Freigabe erfolgt durch den zuständigen Admin; den aktuellen Status sehen Sie im Berechtigungsantrag.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mehrere Rollen haben?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zum Beispiel Dealer-Rollen für Pkw und Van; der aktive Kontext wird in oneSCM angezeigt.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527048"/>
          </a:xfrm>
          <a:prstGeom prst="roundRect">
            <a:avLst>
              <a:gd name="adj" fmla="val 5988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ALICE – Berechtigungsmanagement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Rollenantrag und Freigabe (Kapitel 19.16).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Neuerungen im System und Schulungsmaterial.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Zugang, Rollen und Berechtigungen</dc:title>
  <dc:subject>PptxGenJS Presentation</dc:subject>
  <dc:creator>oneSCM Quick Guide</dc:creator>
  <cp:lastModifiedBy>oneSCM Quick Guide</cp:lastModifiedBy>
  <cp:revision>1</cp:revision>
  <dcterms:created xsi:type="dcterms:W3CDTF">2026-10-11T15:09:44Z</dcterms:created>
  <dcterms:modified xsi:type="dcterms:W3CDTF">2026-10-11T15:09:44Z</dcterms:modified>
</cp:coreProperties>
</file>