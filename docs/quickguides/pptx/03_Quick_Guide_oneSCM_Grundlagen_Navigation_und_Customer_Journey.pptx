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Grundlagen, Navigation und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3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finden sich auf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Startseite und Menü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zurecht, nutzen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 und Filter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Bedienmuster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ordnen den Vertragsprozess von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(Kapitel 3.1 bis 3.9).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3.1 – 3.3 Oberfläche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Startseite und Menü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 und Filter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Oberflächenelemente und Bedienmuster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3.4 – 3.6 Customer Journey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Preisinformation, Angebot, Antrag und 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 und CRM-Übergabe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3.7 – 3.9 Status und Kontext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 und Systemübergaben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Statusinformationen richtig einordnen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Persönlicher Arbeitskontext und Sprachen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469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Starten Sie auf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Startseite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(3.1): Die Kacheln führen zu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Vertragserstellung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zu Garantie-Paketen und externen Portalen.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 und Filter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(3.2): Referenznummer, FIN/VIN, Kundenname oder Status grenzen Listen ein. Spalten wie „Aktionen“ erreichen Sie über den horizontalen Schieberegler.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Bedienmuster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(3.3): Schrittleiste mit Häkchen, Schieberegler für optionale Angaben, Drei-Punkte-Menü für Aktionen, Pflichtfelder mit Stern.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Ihren Vorgang in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(3.4 und 3.5): Preisinformation → Angebot → Antrag → Vertrag.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2062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2062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2062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 grüner Haken in der Schrittleiste bedeutet nicht, dass der Vertrag aktiv ist.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Erst der Vertragsstatus „aktiv“ nach Prüfung und Aktivierung (Kapitel 8) ist verbindlich.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928616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Übernehmen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dem CRM und geben Sie Ergebnisse zurück (3.6); beachten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Systemübergaben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OTR, VEGA und oneERP (3.7).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Statusinformationen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richtig (3.8): Antragsstatus, Signaturstatus und Vertragsstatus sind getrennte Größen.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Arbeitskontext und Sprache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(3.9); Dokumente folgen der Sprachvariante des Marktes (Kapitel 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Grundlagen, Navigation und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3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Navigation, Suche, Statusverständnis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Journey vom Lead bis zum Vertrag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Statusinformationen und Systemübergaben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Erfolgreicher Login mit korrektem Kontext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Grundkenntnis der Prozesslandkarte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Persönlicher Arbeitskontext und Sprache sind eingestellt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Startseite und Hauptmenü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Suche nach Referenznummer und FIN funktioniert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Prozessphase des Vorgangs ist klar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Sprache und Arbeitskontext sind gesetzt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Statusübersicht mit zulässigen Übergängen steht in Kapitel 8.2 und in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Suche findet nur Vorgänge im eigenen Markt- und Betriebskontext.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Browser-Zoom unter 100 % blendet Spalten aus; nutzen Sie den Schieberegler.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finde ich einen gespeicherten Antrag wieder?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Unter Vertragserstellung › Antragsverwaltung über die Referenznummer (Kapitel 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Angebot und Antrag?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Angebot ist eine Preisinformation ohne Bindung; der Antrag wird gespeichert, unterschrieben, geprüft und aktiviert.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die Oberfläche in einer anderen Sprache nutzen?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den persönlichen Arbeitskontext (3.9); Vertragsdokumente folgen den Sprachvarianten des Marktes.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Prozessdiagramme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C mit Prozesslandkarte und Teilprozessen.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Grundlagen, Navigation und Customer Journey</dc:title>
  <dc:subject>PptxGenJS Presentation</dc:subject>
  <dc:creator>oneSCM Quick Guide</dc:creator>
  <cp:lastModifiedBy>oneSCM Quick Guide</cp:lastModifiedBy>
  <cp:revision>1</cp:revision>
  <dcterms:created xsi:type="dcterms:W3CDTF">2026-10-11T15:23:45Z</dcterms:created>
  <dcterms:modified xsi:type="dcterms:W3CDTF">2026-10-11T15:23:45Z</dcterms:modified>
</cp:coreProperties>
</file>