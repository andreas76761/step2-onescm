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Privat- und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ordnen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(Inhaber, Zahler, Nutzer, Kontakt, Rechnungsempfänger) zu und vermeiden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4.1 bis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Kunden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Privatkunden und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 suchen und zuordnen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und Pflichtangaben prüfen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Rollen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Vertragsinhaber, Zahler, Nutzer, Kontakt,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Datenübernahme aus angebundenen Systemen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und widersprüchliche Stammdaten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 und Partnerprozess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„KAM betreute Großkunden“ nur bei individuellen Preisanfragen bzw.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zuerst nach dem Kunden und wählen Sie ihn aus; legen Sie nur bei Bedarf neu an (4.2). Zur Identifikation dienen: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Privatkunde: Vor- und Nachname, Telefonnummer, E-Mail-Adresse oder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Gewerblicher Kunde: Firmenname, USt-ID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Plausibilität (4.3): Adresse, Kontaktdaten, Rechtsform; Fehler blockieren spätere Prüfungen.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 und Halter des Fahrzeugs müssen identisch sein.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abweichender Vertragsinhaber ist nicht zulässig; abweichend dürfen nur Zahler und Rechnungsempfänger sein.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(4.4): Vertragsinhaber, Zahler, Nutzer, Kontakt und Rechnungsempfänger können abweichen, müssen aber je Markt zulässig sein.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Daten aus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angebundenen Systemen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z. B. oneERP) statt sie neu zu tippen;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Widersprüche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neue Händler durchlaufen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Kundensuche, Neuanlage, Rollenzuordnung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Stammdaten und Dubletten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Dealer-Onboarding und Partnerprozess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ist bekannt (Privat, Gewerbe, KAM betreute Großkunden)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Identifikationsdaten des Kunden liegen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Datenschutzhinweise sind beachtet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 gesucht, keine Dublette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korrekt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Pflichtangaben vollständig und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Vertragsrollen zugeordnet und zulässig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entstehen meist durch Neuanlage ohne vorherige Suche; der MO kann sie zurückweisen.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nicht in Kommentare oder Screenshots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Datenübernahme aus Fremdsystemen ist das führende System maßgeblich (Kapitel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Zahler vom Vertragsinhaber abweichen?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Zahler und der Rechnungsempfänger können abweichen; der Vertragsinhaber muss Halter sein.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tun bei widersprüchlichen Stammdaten?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überschreiben, sondern Abweichung dokumentieren und an das führende System bzw. den Support geben (Kapitel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ein neuer Dealer angebunden?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Partnerprozess und das Dealer-Onboarding des Marktes (Kapitel 4.8).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Kundenkonten und Sonderfälle (Kapitel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Kunden- und Finanzintegration (Kapitel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Kunden, Partner und Vertragsrollen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