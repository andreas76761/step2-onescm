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wählen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laden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erstellen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Kampagnen und Rabatten (Kapitel 5.1 bis 5.8).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5.1 – 5.3 Fahrzeug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Vertragsarten und Einstiegspunkte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Fahrzeug- und Vorgangskennungen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Pflichtfelder und Validierungsregeln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5.4 – 5.6 Produkt und Preis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Leistungsumfang auswählen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 konfigurieren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Preise, Kampagnen und Rabatte im Angebot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5.7 – 5.8 Angebot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 und 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Antragserstellung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Geben Sie je nach Phase den passenden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um die Fahrzeugdaten zu laden (5.2):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eine Preisindikation: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Baumuster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Angebot: OTR-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Deal-ID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Bestellung: VerSO-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Order-ID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Produktion: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VIN/FIN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(5.3). Sind diese noch unbekannt,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Service-/Wartungspaket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(5.4) und 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Zahlungsintervall, Vertragsdauer, jährliche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ggf.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Industrie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6085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6085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6085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Sobald Sie auf „Antrag erstellen“ klicken, springen Sie zur Kundendatenerfassung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können den Vertrag erst später wieder bearbeiten. Prüfen Sie Produkt, Laufzeit und Laufleistung vorher.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Angebot erstellen und übergeben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Produkte, Preise und Kampagnen bereitstellen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bei Sonderfreigaben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angelegt oder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 liegt vor: Baumuster, OTR-Deal-ID, VerSO-Order-ID oder VIN/FIN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 Produkte für Markt und Sparte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Einstiegspunkt passend zur Phase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Fahrzeugdaten geladen und Pflichtfelder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Produkt, Laufzeit und Laufleistung passen zum Kundenwunsch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 zulässig, Preisinformation erzeugt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2084832"/>
          </a:xfrm>
          <a:prstGeom prst="roundRect">
            <a:avLst>
              <a:gd name="adj" fmla="val 438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„einmalig“ und „monatlich“ ist immer wählbar; andere Intervalle hängen von Kundensegment und Laufzeit ab.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Baumuster mit sechs, sieben und acht Stellen sind zulässig; Contingent-Produkte (Verkaufslogik „FRD Not Related“) finden Sie über das Baumuster, nicht über FIN/VIN (5.4).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Liefert die Kennung keine Produkte, prüfen Sie Erstzulassungsdatum und Laufleistung: Fahrzeuge über dem Höchstalter oder der Maximallaufleistung des Produkts erhalten keine Ergebnisse (5.3).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Vorführ- und Dienstwagen gelten als Gebrauchtfahrzeuge; dafür ist nur ein reines Wartungspaket möglich.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 (Fortsetzung)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464515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Sie, falls verfügbar,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Leistungen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hinzu und 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aktive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Händlerrabatte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(5.6). Prüfen Sie die Berechtigung anhand der Kampagnenbeschreibung.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Vertragsdetails und erzeugen Sie für Angebotszwecke die Vorschau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(PDF).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übergeben Sie das Angebot in die Antragserstellung (5.8, Kapitel 6).</a:t>
            </a:r>
            <a:endParaRPr lang="en-US" sz="900" dirty="0"/>
          </a:p>
        </p:txBody>
      </p:sp>
      <p:sp>
        <p:nvSpPr>
          <p:cNvPr id="19" name="FAQ"/>
          <p:cNvSpPr/>
          <p:nvPr/>
        </p:nvSpPr>
        <p:spPr>
          <a:xfrm>
            <a:off x="5047488" y="22585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FAQ Inhalt"/>
          <p:cNvSpPr txBox="1"/>
          <p:nvPr/>
        </p:nvSpPr>
        <p:spPr>
          <a:xfrm>
            <a:off x="5157216" y="23317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Kennung nehme ich vor der Bestellung?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Baumuster für eine Preisindikation; ab Angebot die OTR-Deal-ID, ab Bestellung die VerSO-Order-ID.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ein Angebot später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Antragserstellung ja; danach gelten die Änderungsregeln aus Kapitel 5.7 und 10.2.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ist ein Angebot gültig?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Gültigkeit richtet sich nach Marktvorgaben und Preisversion (Kapitel 5.7 und 14.9).</a:t>
            </a:r>
            <a:endParaRPr lang="en-US" sz="900" dirty="0"/>
          </a:p>
        </p:txBody>
      </p:sp>
      <p:sp>
        <p:nvSpPr>
          <p:cNvPr id="21" name="Wichtige Links und Ansprechpartner"/>
          <p:cNvSpPr/>
          <p:nvPr/>
        </p:nvSpPr>
        <p:spPr>
          <a:xfrm>
            <a:off x="5047488" y="37673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2" name="Kartentitel"/>
          <p:cNvSpPr txBox="1"/>
          <p:nvPr/>
        </p:nvSpPr>
        <p:spPr>
          <a:xfrm>
            <a:off x="5157216" y="38404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3" name="Karteninhalt"/>
          <p:cNvSpPr txBox="1"/>
          <p:nvPr/>
        </p:nvSpPr>
        <p:spPr>
          <a:xfrm>
            <a:off x="5157216" y="41148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Auftrags- und Fahrzeugbezug (Kapitel 19.5).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MIC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Fahrzeugdaten-API (Kapitel 19.8).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Fahrzeug, Produkt und Angebot vorbereiten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