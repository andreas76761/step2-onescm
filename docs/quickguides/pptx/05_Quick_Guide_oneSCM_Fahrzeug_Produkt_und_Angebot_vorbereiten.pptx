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Fahrzeug, Produkt und Angebot vorbereiten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5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335024"/>
          </a:xfrm>
          <a:prstGeom prst="roundRect">
            <a:avLst>
              <a:gd name="adj" fmla="val 684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wählen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Einstiegspunkt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laden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wählen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 und Leistungsumfang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konfigurieren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Optionen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erstellen ein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Kampagnen und Rabatten (Kapitel 5.1 bis 5.8).</a:t>
            </a:r>
            <a:endParaRPr lang="en-US" sz="900" dirty="0"/>
          </a:p>
        </p:txBody>
      </p:sp>
      <p:sp>
        <p:nvSpPr>
          <p:cNvPr id="11" name="Screenshot-Rahmen"/>
          <p:cNvSpPr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Screenshot-Beschriftung"/>
          <p:cNvSpPr txBox="1"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erstellen: Einstiegspunkt</a:t>
            </a:r>
            <a:endParaRPr lang="en-US" sz="700" dirty="0"/>
          </a:p>
        </p:txBody>
      </p:sp>
      <p:sp>
        <p:nvSpPr>
          <p:cNvPr id="13" name="Hinweis"/>
          <p:cNvSpPr txBox="1"/>
          <p:nvPr/>
        </p:nvSpPr>
        <p:spPr>
          <a:xfrm>
            <a:off x="201168" y="215798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4" name="Überblick Titel"/>
          <p:cNvSpPr txBox="1"/>
          <p:nvPr/>
        </p:nvSpPr>
        <p:spPr>
          <a:xfrm>
            <a:off x="201168" y="25968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01168" y="2871216"/>
            <a:ext cx="2240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5.1 – 5.3 Fahrzeug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Vertragsarten und Einstiegspunkte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Fahrzeug- und Vorgangskennungen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Fahrzeugdaten, Pflichtfelder und Validierungsregeln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5.4 – 5.6 Produkt und Preis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Leistungsumfang auswählen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Optionen konfigurieren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Preise, Kampagnen und Rabatte im Angebot</a:t>
            </a:r>
            <a:endParaRPr lang="en-US" sz="900" dirty="0"/>
          </a:p>
        </p:txBody>
      </p:sp>
      <p:sp>
        <p:nvSpPr>
          <p:cNvPr id="16" name="Überblick Spalte"/>
          <p:cNvSpPr txBox="1"/>
          <p:nvPr/>
        </p:nvSpPr>
        <p:spPr>
          <a:xfrm>
            <a:off x="2624328" y="2871216"/>
            <a:ext cx="2240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5.7 – 5.8 Angebot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Angebotsgültigkeit und Änderungen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 zur Antragserstellung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2798064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Klicken Sie auf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erstellen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Geben Sie je nach Phase den passenden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Einstiegspunkt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an, um die Fahrzeugdaten zu laden (5.2):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eine Preisindikation: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Baumuster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 Angebot: OTR-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Deal-ID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 Bestellung: VerSO-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Order-ID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 Produktion: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VIN/FIN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Ergänzen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aktuelle Laufleistung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Kennzeichen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(5.3). Sind diese noch unbekannt, aktivieren Sie den Schieberegler.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Service-/Wartungspaket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(5.4) und konfigurieren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Zahlungsintervall, Vertragsdauer, jährliche Laufleistung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ggf.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Industrie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(5.5).</a:t>
            </a:r>
            <a:endParaRPr lang="en-US" sz="900" dirty="0"/>
          </a:p>
        </p:txBody>
      </p:sp>
      <p:sp>
        <p:nvSpPr>
          <p:cNvPr id="19" name="Screenshot-Rahmen"/>
          <p:cNvSpPr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Screenshot-Beschriftung"/>
          <p:cNvSpPr txBox="1"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Produktkonfiguration</a:t>
            </a:r>
            <a:endParaRPr lang="en-US" sz="700" dirty="0"/>
          </a:p>
        </p:txBody>
      </p:sp>
      <p:sp>
        <p:nvSpPr>
          <p:cNvPr id="21" name="Warnhinweis"/>
          <p:cNvSpPr/>
          <p:nvPr/>
        </p:nvSpPr>
        <p:spPr>
          <a:xfrm>
            <a:off x="5047488" y="3813048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2" name="Warnzeichen"/>
          <p:cNvSpPr txBox="1"/>
          <p:nvPr/>
        </p:nvSpPr>
        <p:spPr>
          <a:xfrm>
            <a:off x="5120640" y="3813048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Warntext"/>
          <p:cNvSpPr txBox="1"/>
          <p:nvPr/>
        </p:nvSpPr>
        <p:spPr>
          <a:xfrm>
            <a:off x="5458968" y="3813048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Sobald Sie auf „Antrag erstellen“ klicken, springen Sie zur Kundendatenerfassung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können den Vertrag erst später wieder bearbeiten. Prüfen Sie Produkt, Laufzeit und Laufleistung vorher.</a:t>
            </a:r>
            <a:endParaRPr lang="en-US" sz="900" dirty="0"/>
          </a:p>
        </p:txBody>
      </p:sp>
      <p:sp>
        <p:nvSpPr>
          <p:cNvPr id="24" name="Schritte"/>
          <p:cNvSpPr txBox="1"/>
          <p:nvPr/>
        </p:nvSpPr>
        <p:spPr>
          <a:xfrm>
            <a:off x="5065776" y="4535424"/>
            <a:ext cx="464515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Fügen Sie, falls verfügbar,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 Optionen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zusätzliche Leistungen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hinzu und 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aktive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eigene Händlerrabatte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(5.6). Prüfen Sie die Berechtigung anhand der Kampagnenbeschreibung.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Vertragsdetails und erzeugen Sie für Angebotszwecke die Vorschau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(PDF). Beachten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Angebotsgültigkeit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Mit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erstellen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übergeben Sie das Angebot in die Antragserstellung (5.8, Kapitel 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Fahrzeug, Produkt und Angebot vorbereiten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5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03120"/>
          </a:xfrm>
          <a:prstGeom prst="roundRect">
            <a:avLst>
              <a:gd name="adj" fmla="val 4348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Angebot erstellen und übergeben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Produkte, Preise und Kampagnen bereitstellen (Kapitel 14)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bei Sonderfreigaben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 ist angelegt oder zugeordnet (Kapitel 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Fahrzeugkennung liegt vor: Baumuster, OTR-Deal-ID, VerSO-Order-ID oder VIN/FIN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Zulässige Produkte für Markt und Sparte sind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26080"/>
            <a:ext cx="4663440" cy="1115568"/>
          </a:xfrm>
          <a:prstGeom prst="roundRect">
            <a:avLst>
              <a:gd name="adj" fmla="val 819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299923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7355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Einstiegspunkt passend zur Phase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Fahrzeugdaten geladen und Pflichtfelder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Produkt, Laufzeit und Laufleistung passen zum Kundenwunsch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Kampagne zulässig, Preisinformation erzeugt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151376"/>
            <a:ext cx="4663440" cy="1362456"/>
          </a:xfrm>
          <a:prstGeom prst="roundRect">
            <a:avLst>
              <a:gd name="adj" fmla="val 671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22452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498848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Zahlungsintervall „einmalig“ und „monatlich“ ist immer wählbar; andere Intervalle hängen von Kundensegment und Laufzeit ab.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Bedingungen und Konditionen sowie Händlerinformationen lassen sich über die Symbole dauerhaft einblenden.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Vorführ- und Dienstwagen gelten als Gebrauchtfahrzeuge; dafür ist nur ein reines Wartungspaket möglich.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Kennung nehme ich vor der Bestellung?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Baumuster für eine Preisindikation; ab Angebot die OTR-Deal-ID, ab Bestellung die VerSO-Order-ID.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ein Angebot später ändern?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Antragserstellung ja; danach gelten die Änderungsregeln aus Kapitel 5.7 und 10.2.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ist ein Angebot gültig?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Gültigkeit richtet sich nach Marktvorgaben und Preisversion (Kapitel 5.7 und 14.9).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389888"/>
          </a:xfrm>
          <a:prstGeom prst="roundRect">
            <a:avLst>
              <a:gd name="adj" fmla="val 657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OTR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Auftrags- und Fahrzeugbezug (Kapitel 19.5).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MIC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Fahrzeugdaten-API (Kapitel 19.8).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Fahrzeug, Produkt und Angebot vorbereiten</dc:title>
  <dc:subject>PptxGenJS Presentation</dc:subject>
  <dc:creator>oneSCM Quick Guide</dc:creator>
  <cp:lastModifiedBy>oneSCM Quick Guide</cp:lastModifiedBy>
  <cp:revision>1</cp:revision>
  <dcterms:created xsi:type="dcterms:W3CDTF">2026-10-11T15:09:44Z</dcterms:created>
  <dcterms:modified xsi:type="dcterms:W3CDTF">2026-10-11T15:09:44Z</dcterms:modified>
</cp:coreProperties>
</file>