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335024"/>
          </a:xfrm>
          <a:prstGeom prst="roundRect">
            <a:avLst>
              <a:gd name="adj" fmla="val 68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erfassen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kontrollieren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speichern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6.1 bis 6.7).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 erstellen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1579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5968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87121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6.1 – 6.3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und Vertragsart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 und Pflichtfelder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Kunden-, Fahrzeug- und Produktzuordnung kontrollieren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87121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6.4 – 6.7 Prüfen und speichern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Validierungsregeln und Fehlermeldungen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im Standardprozess erkennen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speichern und Referenz prüfen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Vertragsart und 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(6.1): Fahrzeug, Produkt und Kundengruppe müssen zur Vertragsart passen.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Erfassen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(6.2): Pflichtfelder sind mit Stern markiert; fehlende Angaben blockieren das Speichern.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im Abschnitt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Zahlungsplan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Zuordnung von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Kunde, Fahrzeug und 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(6.3)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Antragsvorschau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Validierungsmeldungen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(6.4): Rote Meldungen müssen behoben werden, gelbe Hinweise erlauben das Weitergehen.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Übersicht und Abschlusskontrolle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127248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127248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12724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kann im Nachgang nur auf „einmalig“ geändert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andere Änderungen erfordern einen Neuvertrag.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712464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(6.5): Abweichende Konditionen oder Kundengruppen lösen eine MO-Prüfung aus (Kapitel 9 und 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Abschlusskontrolle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durch (6.6) und klicken Sie auf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Häkchen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um zur Unterzeichnung zu gelangen.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Speichern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den Antrag und notieren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(6.7); sie ist der Schlüssel für Antragsverwaltung und Support.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Servicevertrag anlegen und Antrag abschließen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6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erfassen, kontrollieren und speichern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Sonderfreigaben und Prüfung (Kapitel 9)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Validierungsregeln je Markt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ist vorbereitet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 ist zugeordnet (Kapitel 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Antragserstellung ist freigeschaltet (Kapitel 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Vertragsart und Voraussetzungen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Pflichtfelder vollständig, keine roten Meldungen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Kunde, Fahrzeug und Produkt korrekt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gespeichert, Referenznummer notiert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362456"/>
          </a:xfrm>
          <a:prstGeom prst="roundRect">
            <a:avLst>
              <a:gd name="adj" fmla="val 67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Beispiel des Handbuchs wird ein Antrag für einen gewerblichen Kunden gestellt; Abweichungen für Privatkunden und KAM betreute Großkunden sind markiert.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Sammelrechnung aktivieren Sie bei der Kundendatenprüfung über den Schieberegler am Seitenende.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Gespeicherte Anträge finden Sie unter Antragsverwaltung (Kapitel 8.1).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Antrag nach dem Speichern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Eingeschränkt: Erstzulassung, Kennzeichen und Dokumente über „Aktualisieren“ (Kapitel 8.3); Konditionen erfordern einen Neuvertrag.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bedeutet eine Sonderfreigabe?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Antrag weicht vom Standard ab und wird durch den MO geprüft, bevor er aktiviert werden kann (Kapitel 9 und 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sehe ich die Referenznummer?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Übersicht nach dem Speichern und in der Antragsverwaltung in der ersten Spalte.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664208"/>
          </a:xfrm>
          <a:prstGeom prst="roundRect">
            <a:avLst>
              <a:gd name="adj" fmla="val 549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T6-7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gespeicherten Antrag zu Zahlungsdaten und Signatur.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Servicevertrag anlegen und Antrag abschließen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