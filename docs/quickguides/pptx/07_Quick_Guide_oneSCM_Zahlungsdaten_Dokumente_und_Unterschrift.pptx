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erzeugen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richtigen Sprache und holen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 oder manuell ein (Kapitel 7.1 bis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Zahlungsarten und Zahlungsintervalle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Vertragszahler und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Dokumente und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 und Sprachvarianten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Digitale Unterschrift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Manuelle Unterschrift und Dokumentupload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Mehrfachunterschriften und erneute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 kontrollieren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und bestimmen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erzeugen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bei Sammelrechnung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Dokumente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die Vertragsprüfung und Aktivierung müssen Erstzulassung, Kennzeichen und eine Kopie der ZB II vorliegen.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Druckvariante sind Vertragsdokumente und SEPA-Mandat separat hochzuladen.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und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 (QR-Code)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 scannt den Code, unterschreibt mobil;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 per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per E-Mail, Zugriff mit 4-stelligem SMS-Code;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 drucken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handschriftliche Unterschrift, danach Scan und „Antrag hochladen“.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mehreren Unterzeichnern oder Änderungen holen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erneut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(7.8), bevor Sie zur Aktivierungsprüfung übergehen (Kapitel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erfassen, Signatur einholen, Dokumente hochladen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Unterzeichnung per QR-Code, E-Mail oder auf Papier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Signatur- und Dokumentstatus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(Kapitel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sind im Kundenstamm hinterlegt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des Zahlers liegen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SEPA-Mandat erzeugt bzw.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Dokumente in der richtigen Sprachvariante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Signaturstatus „unterschrieben“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digitalen Unterzeichnung erhält der Kunde den Vertrag automatisch zugesendet.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Druckvariante eignet sich bei mehreren erforderlichen Unterschriften oder wenn keine digitale Signatur möglich ist.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Vertragsdokument kann alternativ am Computer über den Link aufgerufen werden.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keine Handynummer hinterlegt. Was nun?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E-Mail-Variante braucht die SMS-Verifizierung; nutzen Sie die E-Signatur per QR-Code oder die Druckvariante.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 Dokument später hochgeladen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die Antragsverwaltung › Aktualisieren › Kommunikation (Kapitel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einer erneuten Signatur?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bisherige Dokument wird ersetzt; der Signaturstatus beginnt neu (Kapitel 7.7).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Dokumenten und Signatur zur Aktivierungsprüfung.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Zahlungsdaten, Dokumente und Unterschrift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