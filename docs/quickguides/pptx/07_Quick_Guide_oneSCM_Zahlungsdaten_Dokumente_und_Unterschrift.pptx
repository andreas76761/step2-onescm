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Zahlungsdaten, Dokumente und Unterschrift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7 des oneSCM-Handbuchs zusammen. Details, Bildschirmbilder und Nachweise finden Sie im Handbuchkapitel.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335024"/>
          </a:xfrm>
          <a:prstGeom prst="roundRect">
            <a:avLst>
              <a:gd name="adj" fmla="val 684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Sie erfassen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Zahlungsart und Zahlungsintervall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Zahler und Rechnungsempfänger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Bankdaten und Mandate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erzeugen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Vertragsdokumente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der richtigen Sprache und holen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Unterschrift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digital oder manuell ein (Kapitel 7.1 bis 7.8).</a:t>
            </a:r>
            <a:endParaRPr lang="en-US" sz="900" dirty="0"/>
          </a:p>
        </p:txBody>
      </p:sp>
      <p:sp>
        <p:nvSpPr>
          <p:cNvPr id="11" name="Screenshot-Rahmen"/>
          <p:cNvSpPr/>
          <p:nvPr/>
        </p:nvSpPr>
        <p:spPr>
          <a:xfrm>
            <a:off x="3035808" y="804672"/>
            <a:ext cx="1737360" cy="1051560"/>
          </a:xfrm>
          <a:prstGeom prst="rect">
            <a:avLst/>
          </a:prstGeom>
          <a:solidFill>
            <a:srgbClr val="F3F3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2" name="Screenshot-Beschriftung"/>
          <p:cNvSpPr txBox="1"/>
          <p:nvPr/>
        </p:nvSpPr>
        <p:spPr>
          <a:xfrm>
            <a:off x="3035808" y="804672"/>
            <a:ext cx="1737360" cy="1051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Screenshot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Zahlungsplan</a:t>
            </a:r>
            <a:endParaRPr lang="en-US" sz="700" dirty="0"/>
          </a:p>
        </p:txBody>
      </p:sp>
      <p:sp>
        <p:nvSpPr>
          <p:cNvPr id="13" name="Hinweis"/>
          <p:cNvSpPr txBox="1"/>
          <p:nvPr/>
        </p:nvSpPr>
        <p:spPr>
          <a:xfrm>
            <a:off x="201168" y="215798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Dokument ist interaktiv – Verweise auf Handbuchkapitel und Systeme sind als Links hinterlegt.</a:t>
            </a:r>
            <a:endParaRPr lang="en-US" sz="900" dirty="0"/>
          </a:p>
        </p:txBody>
      </p:sp>
      <p:sp>
        <p:nvSpPr>
          <p:cNvPr id="14" name="Überblick Titel"/>
          <p:cNvSpPr txBox="1"/>
          <p:nvPr/>
        </p:nvSpPr>
        <p:spPr>
          <a:xfrm>
            <a:off x="201168" y="259689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Die Themen im Überblick</a:t>
            </a:r>
            <a:endParaRPr lang="en-US" sz="11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01168" y="2871216"/>
            <a:ext cx="2240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7.1 – 7.3 Zahlung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Zahlungsarten und Zahlungsintervalle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Vertragszahler und Rechnungsempfänger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Bankdaten und Mandate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7.4 – 7.6 Dokumente und Signatur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Vertragsdokumente und Sprachvarianten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Digitale Unterschrift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Manuelle Unterschrift und Dokumentupload</a:t>
            </a:r>
            <a:endParaRPr lang="en-US" sz="900" dirty="0"/>
          </a:p>
        </p:txBody>
      </p:sp>
      <p:sp>
        <p:nvSpPr>
          <p:cNvPr id="16" name="Überblick Spalte"/>
          <p:cNvSpPr txBox="1"/>
          <p:nvPr/>
        </p:nvSpPr>
        <p:spPr>
          <a:xfrm>
            <a:off x="2624328" y="2871216"/>
            <a:ext cx="2240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7.7 – 7.8 Kontrolle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Mehrfachunterschriften und erneute Signatur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Signatur-, Dokument- und Antragsstatus kontrollieren</a:t>
            </a:r>
            <a:endParaRPr lang="en-US" sz="900" dirty="0"/>
          </a:p>
        </p:txBody>
      </p:sp>
      <p:sp>
        <p:nvSpPr>
          <p:cNvPr id="17" name="Abschnittstitel"/>
          <p:cNvSpPr txBox="1"/>
          <p:nvPr/>
        </p:nvSpPr>
        <p:spPr>
          <a:xfrm>
            <a:off x="5047488" y="713232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8" name="Schritte"/>
          <p:cNvSpPr txBox="1"/>
          <p:nvPr/>
        </p:nvSpPr>
        <p:spPr>
          <a:xfrm>
            <a:off x="5065776" y="987552"/>
            <a:ext cx="279806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Wählen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Zahlungsart und Zahlungsintervall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(7.1) und bestimmen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Zahler und Rechnungsempfänger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(7.2).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Erfassen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Bankdaten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erzeugen Sie das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SEPA-Mandat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(7.3); bei Sammelrechnung aktivieren Sie den Schieberegler.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Erzeugen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Antragsvorschau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(PDF) und prüfen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Sprachvariante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der Dokumente (7.4).</a:t>
            </a:r>
            <a:endParaRPr lang="en-US" sz="900" dirty="0"/>
          </a:p>
        </p:txBody>
      </p:sp>
      <p:sp>
        <p:nvSpPr>
          <p:cNvPr id="19" name="Screenshot-Rahmen"/>
          <p:cNvSpPr/>
          <p:nvPr/>
        </p:nvSpPr>
        <p:spPr>
          <a:xfrm>
            <a:off x="7973568" y="987552"/>
            <a:ext cx="1737360" cy="1463040"/>
          </a:xfrm>
          <a:prstGeom prst="rect">
            <a:avLst/>
          </a:prstGeom>
          <a:solidFill>
            <a:srgbClr val="F3F3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0" name="Screenshot-Beschriftung"/>
          <p:cNvSpPr txBox="1"/>
          <p:nvPr/>
        </p:nvSpPr>
        <p:spPr>
          <a:xfrm>
            <a:off x="7973568" y="987552"/>
            <a:ext cx="173736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Screenshot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Auswahl der Unterschriftsart</a:t>
            </a:r>
            <a:endParaRPr lang="en-US" sz="700" dirty="0"/>
          </a:p>
        </p:txBody>
      </p:sp>
      <p:sp>
        <p:nvSpPr>
          <p:cNvPr id="21" name="Warnhinweis"/>
          <p:cNvSpPr/>
          <p:nvPr/>
        </p:nvSpPr>
        <p:spPr>
          <a:xfrm>
            <a:off x="5047488" y="2606040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2" name="Warnzeichen"/>
          <p:cNvSpPr txBox="1"/>
          <p:nvPr/>
        </p:nvSpPr>
        <p:spPr>
          <a:xfrm>
            <a:off x="5120640" y="2606040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3" name="Warntext"/>
          <p:cNvSpPr txBox="1"/>
          <p:nvPr/>
        </p:nvSpPr>
        <p:spPr>
          <a:xfrm>
            <a:off x="5458968" y="2606040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Für die Vertragsprüfung und Aktivierung müssen Erstzulassung, Kennzeichen und eine Kopie der ZB II vorliegen.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Bei Druckvariante sind Vertragsdokumente und SEPA-Mandat separat hochzuladen.</a:t>
            </a:r>
            <a:endParaRPr lang="en-US" sz="900" dirty="0"/>
          </a:p>
        </p:txBody>
      </p:sp>
      <p:sp>
        <p:nvSpPr>
          <p:cNvPr id="24" name="Schritte"/>
          <p:cNvSpPr txBox="1"/>
          <p:nvPr/>
        </p:nvSpPr>
        <p:spPr>
          <a:xfrm>
            <a:off x="5065776" y="3328416"/>
            <a:ext cx="4645152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Wählen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Unterschriftsart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(7.5 und 7.6):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E-Signatur (QR-Code)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Kunde scannt den Code, unterschreibt mobil; Ablage automatisch.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Unterschrift per E-Mail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Link per E-Mail, Zugriff mit 4-stelligem SMS-Code; Ablage automatisch.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Dokument drucken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handschriftliche Unterschrift, danach Scan und „Antrag hochladen“.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Bei mehreren Unterzeichnern oder Änderungen holen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Signatur erneut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ein (7.7).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Kontrollieren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Signatur-, Dokument- und Antragsstatus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(7.8), bevor Sie zur Aktivierungsprüfung übergehen (Kapitel 8).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Zahlungsdaten, Dokumente und Unterschrift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7 des oneSCM-Handbuchs zusammen. Details, Bildschirmbilder und Nachweise finden Sie im Handbuchkapitel.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1965960"/>
          </a:xfrm>
          <a:prstGeom prst="roundRect">
            <a:avLst>
              <a:gd name="adj" fmla="val 4651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Zahlungsdaten erfassen, Signatur einholen, Dokumente hochladen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Kunde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Unterzeichnung per QR-Code, E-Mail oder auf Papier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Prüfung von Signatur- und Dokumentstatus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Antrag ist gespeichert (Kapitel 6)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Kunden-E-Mail und Handynummer sind im Kundenstamm hinterlegt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Bankdaten des Zahlers liegen vor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788920"/>
            <a:ext cx="4663440" cy="1115568"/>
          </a:xfrm>
          <a:prstGeom prst="roundRect">
            <a:avLst>
              <a:gd name="adj" fmla="val 8197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286207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136392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Zahlungsart, Intervall, Zahler und Rechnungsempfänger erfasst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SEPA-Mandat erzeugt bzw. hochgeladen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Dokumente in der richtigen Sprachvariante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Signaturstatus „unterschrieben“ kontrolliert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014216"/>
            <a:ext cx="4663440" cy="1362456"/>
          </a:xfrm>
          <a:prstGeom prst="roundRect">
            <a:avLst>
              <a:gd name="adj" fmla="val 6711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0873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361688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Mit der digitalen Unterzeichnung erhält der Kunde den Vertrag automatisch zugesendet.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 Druckvariante eignet sich bei mehreren erforderlichen Unterschriften oder wenn keine digitale Signatur möglich ist.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Das Vertragsdokument kann alternativ am Computer über den Link aufgerufen werden.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536192"/>
          </a:xfrm>
          <a:prstGeom prst="roundRect">
            <a:avLst>
              <a:gd name="adj" fmla="val 5952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Der Kunde hat keine Handynummer hinterlegt. Was nun?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Die E-Mail-Variante braucht die SMS-Verifizierung; nutzen Sie die E-Signatur per QR-Code oder die Druckvariante.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Kann ein Dokument später hochgeladen werden?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Ja, über die Antragsverwaltung › Aktualisieren › Kommunikation (Kapitel 8.3).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Was passiert bei einer erneuten Signatur?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Das bisherige Dokument wird ersetzt; der Signaturstatus beginnt neu (Kapitel 7.7).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359152"/>
            <a:ext cx="4663440" cy="1527048"/>
          </a:xfrm>
          <a:prstGeom prst="roundRect">
            <a:avLst>
              <a:gd name="adj" fmla="val 5988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43230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706624"/>
            <a:ext cx="448056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Übergangsmodul T7-8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Von Dokumenten und Signatur zur Aktivierungsprüfung.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MPay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Zahlungsintegration (Kapitel 19.15).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Zahlungsdaten, Dokumente und Unterschrift</dc:title>
  <dc:subject>PptxGenJS Presentation</dc:subject>
  <dc:creator>oneSCM Quick Guide</dc:creator>
  <cp:lastModifiedBy>oneSCM Quick Guide</cp:lastModifiedBy>
  <cp:revision>1</cp:revision>
  <dcterms:created xsi:type="dcterms:W3CDTF">2026-10-11T15:09:44Z</dcterms:created>
  <dcterms:modified xsi:type="dcterms:W3CDTF">2026-10-11T15:09:44Z</dcterms:modified>
</cp:coreProperties>
</file>