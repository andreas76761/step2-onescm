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Antrag verfolgen und aktivieren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8 des oneSCM-Handbuchs zusammen. Details, Bildschirmbilder und Nachweise finden Sie im Handbuchkapitel.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335024"/>
          </a:xfrm>
          <a:prstGeom prst="roundRect">
            <a:avLst>
              <a:gd name="adj" fmla="val 684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suchen und filtern Anträge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lesen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Statusübersicht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ergänzen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fehlende Fahrzeugdaten und Dokumente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kennen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Aktivierungsvoraussetzungen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reagieren richtig auf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Ablehnung, Verzögerung und Wiederaufnahme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8.1 bis 8.7).</a:t>
            </a:r>
            <a:endParaRPr lang="en-US" sz="900" dirty="0"/>
          </a:p>
        </p:txBody>
      </p:sp>
      <p:sp>
        <p:nvSpPr>
          <p:cNvPr id="11" name="Screenshot-Rahmen"/>
          <p:cNvSpPr/>
          <p:nvPr/>
        </p:nvSpPr>
        <p:spPr>
          <a:xfrm>
            <a:off x="3035808" y="804672"/>
            <a:ext cx="1737360" cy="1051560"/>
          </a:xfrm>
          <a:prstGeom prst="rect">
            <a:avLst/>
          </a:prstGeom>
          <a:solidFill>
            <a:srgbClr val="F3F3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2" name="Screenshot-Beschriftung"/>
          <p:cNvSpPr txBox="1"/>
          <p:nvPr/>
        </p:nvSpPr>
        <p:spPr>
          <a:xfrm>
            <a:off x="3035808" y="804672"/>
            <a:ext cx="173736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Screenshot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Antragsverwaltung</a:t>
            </a:r>
            <a:endParaRPr lang="en-US" sz="700" dirty="0"/>
          </a:p>
        </p:txBody>
      </p:sp>
      <p:sp>
        <p:nvSpPr>
          <p:cNvPr id="13" name="Hinweis"/>
          <p:cNvSpPr txBox="1"/>
          <p:nvPr/>
        </p:nvSpPr>
        <p:spPr>
          <a:xfrm>
            <a:off x="201168" y="215798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4" name="Überblick Titel"/>
          <p:cNvSpPr txBox="1"/>
          <p:nvPr/>
        </p:nvSpPr>
        <p:spPr>
          <a:xfrm>
            <a:off x="201168" y="25968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01168" y="2871216"/>
            <a:ext cx="22402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8.1 – 8.3 Verfolgen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Anträge suchen, filtern und verfolgen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Statusübersicht und zulässige Übergänge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Fehlende Fahrzeugdaten und Dokumente ergänzen</a:t>
            </a:r>
            <a:endParaRPr lang="en-US" sz="900" dirty="0"/>
          </a:p>
        </p:txBody>
      </p:sp>
      <p:sp>
        <p:nvSpPr>
          <p:cNvPr id="16" name="Überblick Spalte"/>
          <p:cNvSpPr txBox="1"/>
          <p:nvPr/>
        </p:nvSpPr>
        <p:spPr>
          <a:xfrm>
            <a:off x="2624328" y="2871216"/>
            <a:ext cx="22402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8.4 – 8.7 Aktivieren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Freigabeprozess und Aktivierungsvoraussetzungen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Automatische und manuelle Aktivierungsvarianten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Aktivierung und Ergebnis kontrollieren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Ablehnung, Verzögerung und Wiederaufnahme</a:t>
            </a:r>
            <a:endParaRPr lang="en-US" sz="900" dirty="0"/>
          </a:p>
        </p:txBody>
      </p:sp>
      <p:sp>
        <p:nvSpPr>
          <p:cNvPr id="17" name="Abschnittstitel"/>
          <p:cNvSpPr txBox="1"/>
          <p:nvPr/>
        </p:nvSpPr>
        <p:spPr>
          <a:xfrm>
            <a:off x="5047488" y="713232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8" name="Schritte"/>
          <p:cNvSpPr txBox="1"/>
          <p:nvPr/>
        </p:nvSpPr>
        <p:spPr>
          <a:xfrm>
            <a:off x="5065776" y="987552"/>
            <a:ext cx="2798064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Klicken Sie unter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Vertragserstellung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auf „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Antragsverwaltung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“ und suchen Sie den Antrag über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Referenznummer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(8.1).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Fahren Sie mit dem Schieberegler nach rechts zur Spalte „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Aktionen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“, klicken Sie auf „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…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“ und wählen Sie „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Aktualisieren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“.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Fügen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Erstzulassungsdatum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Kennzeichen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ein (8.3).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Öffnen Sie den Antrag über die Referenznummer, wechseln Sie in das Register „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Kommunikation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“ und laden Sie über das Hochladen-Symbol die Kopie 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ZB I/ZB II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oder das unterschriebene Vertragsdokument hoch.</a:t>
            </a:r>
            <a:endParaRPr lang="en-US" sz="900" dirty="0"/>
          </a:p>
        </p:txBody>
      </p:sp>
      <p:sp>
        <p:nvSpPr>
          <p:cNvPr id="19" name="Screenshot-Rahmen"/>
          <p:cNvSpPr/>
          <p:nvPr/>
        </p:nvSpPr>
        <p:spPr>
          <a:xfrm>
            <a:off x="7973568" y="987552"/>
            <a:ext cx="1737360" cy="1463040"/>
          </a:xfrm>
          <a:prstGeom prst="rect">
            <a:avLst/>
          </a:prstGeom>
          <a:solidFill>
            <a:srgbClr val="F3F3F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0" name="Screenshot-Beschriftung"/>
          <p:cNvSpPr txBox="1"/>
          <p:nvPr/>
        </p:nvSpPr>
        <p:spPr>
          <a:xfrm>
            <a:off x="7973568" y="987552"/>
            <a:ext cx="173736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Screenshot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Aktualisieren: Erstzulassung und Kennzeichen</a:t>
            </a:r>
            <a:endParaRPr lang="en-US" sz="700" dirty="0"/>
          </a:p>
        </p:txBody>
      </p:sp>
      <p:sp>
        <p:nvSpPr>
          <p:cNvPr id="21" name="Warnhinweis"/>
          <p:cNvSpPr/>
          <p:nvPr/>
        </p:nvSpPr>
        <p:spPr>
          <a:xfrm>
            <a:off x="5047488" y="3127248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2" name="Warnzeichen"/>
          <p:cNvSpPr txBox="1"/>
          <p:nvPr/>
        </p:nvSpPr>
        <p:spPr>
          <a:xfrm>
            <a:off x="5120640" y="3127248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3" name="Warntext"/>
          <p:cNvSpPr txBox="1"/>
          <p:nvPr/>
        </p:nvSpPr>
        <p:spPr>
          <a:xfrm>
            <a:off x="5458968" y="3127248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Das Hochladen der ZB II ist systemseitig kein Pflichtfeld, jedoch findet ohne Dokument keine Aktivierung statt.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Falsche Anträge werden abgelehnt und der Kunde erhält eine Information.</a:t>
            </a:r>
            <a:endParaRPr lang="en-US" sz="900" dirty="0"/>
          </a:p>
        </p:txBody>
      </p:sp>
      <p:sp>
        <p:nvSpPr>
          <p:cNvPr id="24" name="Schritte"/>
          <p:cNvSpPr txBox="1"/>
          <p:nvPr/>
        </p:nvSpPr>
        <p:spPr>
          <a:xfrm>
            <a:off x="5065776" y="3849624"/>
            <a:ext cx="46451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Statusübersicht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(8.2): Nur zulässige Übergänge sind möglich; der Antrag wird durch das Kundenmanagement geprüft und aktiviert (8.4 und 8.5).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Kontrollieren Sie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Ergebnis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(8.6): Vertragsstatus „aktiv“ und Rückmeldung in der Kommunikation.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7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Ablehnung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meldet sich das Kundenmanagement; korrigieren Sie die Daten und nehmen Sie den Antrag wieder auf (8.7).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Antrag verfolgen und aktivieren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8 des oneSCM-Handbuchs zusammen. Details, Bildschirmbilder und Nachweise finden Sie im Handbuchkapitel.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1965960"/>
          </a:xfrm>
          <a:prstGeom prst="roundRect">
            <a:avLst>
              <a:gd name="adj" fmla="val 4651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Antrag verfolgen, Daten und Dokumente nachreichen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MO/Kundenmanagement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Prüfung, Freigabe und Aktivierung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System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automatische Aktivierung bei vollständigen Daten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 ist gespeichert und unterschrieben (Kapitel 6 und 7)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Referenznummer liegt vor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Erstzulassung, Kennzeichen und ZB II sind verfügbar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788920"/>
            <a:ext cx="4663440" cy="1115568"/>
          </a:xfrm>
          <a:prstGeom prst="roundRect">
            <a:avLst>
              <a:gd name="adj" fmla="val 819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28620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13639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Antrag in der Antragsverwaltung gefunden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Erstzulassung und Kennzeichen eingetragen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ZB II und Vertragsdokument hochgeladen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Vertragsstatus „aktiv“ kontrolliert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014216"/>
            <a:ext cx="4663440" cy="1225296"/>
          </a:xfrm>
          <a:prstGeom prst="roundRect">
            <a:avLst>
              <a:gd name="adj" fmla="val 746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0873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36168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Ein Servicevertrag kann bis zu 12 Monate und/oder maximal 50.000 km nach Erstzulassung abgeschlossen werden, sofern das Fahrzeug noch keinen Service erhalten hat (Ausnahme: Dienst- und Vorführfahrzeuge mit Vorbesitzer).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Der Vertragsbeginn entspricht dem Datum der Erstzulassung.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Statusübergänge sind in Anhang D als Matrix dokumentiert.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536192"/>
          </a:xfrm>
          <a:prstGeom prst="roundRect">
            <a:avLst>
              <a:gd name="adj" fmla="val 5952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lange dauert die Aktivierung?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Bei vollständigen Daten erfolgt die automatische Aktivierung zeitnah; manuelle Prüfungen durch das Kundenmanagement dauern entsprechend länger (8.5).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Mein Antrag wurde abgelehnt. Was tun?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Ablehnungsgrund in der Kommunikation lesen, Daten korrigieren und den Antrag erneut einreichen (8.7).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Kann ich den Status filtern?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Ja, die Antragsverwaltung bietet Filter nach Status, Datum und Kunde (8.1).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359152"/>
            <a:ext cx="4663440" cy="1527048"/>
          </a:xfrm>
          <a:prstGeom prst="roundRect">
            <a:avLst>
              <a:gd name="adj" fmla="val 5988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4323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706624"/>
            <a:ext cx="44805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Übergangsmodul T8-9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Gesamtprozess und MO-Rollenvertiefung.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und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23 mit Fragen je Prozessphase und bekannten Fehlern je Markt und Release.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Antrag verfolgen und aktivieren</dc:title>
  <dc:subject>PptxGenJS Presentation</dc:subject>
  <dc:creator>oneSCM Quick Guide</dc:creator>
  <cp:lastModifiedBy>oneSCM Quick Guide</cp:lastModifiedBy>
  <cp:revision>1</cp:revision>
  <dcterms:created xsi:type="dcterms:W3CDTF">2026-10-11T15:09:44Z</dcterms:created>
  <dcterms:modified xsi:type="dcterms:W3CDTF">2026-10-11T15:09:44Z</dcterms:modified>
</cp:coreProperties>
</file>