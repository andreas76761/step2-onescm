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innerhalb der Vertragsanlage durch, bewerten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übergeben an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oder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9.1 bis 9.8).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innerhalb der Vertragsanlage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Prüfstatus, Gründe und offene Prüfungen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Qualitätssicherung und Systemprüfungen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Ergebnis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und erneute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Entscheidung oder zum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bei Vertragsänderungen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 und Übersicht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wählen Sie den Antrag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Kundendaten,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die Prüfkriterien (9.2 und 9.4); Systemprüfungen zeigen Abweichungen an.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erfassen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Offene Prüfungen bleiben in der Arbeitsliste sichtbar.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mit Genehmigen und Zurückweisen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0604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0604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0604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Zurückweisung ist nur mit Kommentar 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Grund muss für den Dealer nachvollziehbar sein und wird in der Historie gespeichert.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19125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fordern Sie Korrekturen beim Dealer an und prüfen erneut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weisen Sie zurück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übergeben Sie strittige Fälle zur Entscheidung oder an den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denselben Regeln (9.7)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Übersicht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Nachlieferung von Daten und Dokumenten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Contract-Review-Profile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ist freigeschaltet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unterschrieben und vollständig eingereicht (Kapitel 7 und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 des Marktes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Prüfkriterien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Prüfstatus und Grund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dokumentiert und zurückgemeldet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genehmigt oder zurückgewiesen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225296"/>
          </a:xfrm>
          <a:prstGeom prst="roundRect">
            <a:avLst>
              <a:gd name="adj" fmla="val 746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MO prüft fachlich; technische Störungen gehen an den Support (Kapitel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 sind intern oder extern sichtbar; prüfen Sie die Sichtbarkeit vor dem Speichern (Kapitel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Prüfungen sind Teil des Freigabeworkflows nach Kapitel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prüft der MO genau?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Vollständigkeit und Plausibilität von Kunde, Fahrzeug, Produkt, Zahlungsdaten, Dokumenten und Signatur (9.2 und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Dealer den Prüfstatus sehen?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 der Antragsverwaltung als Status und in der Kommunikation als Rückmeldung.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darf erneut geprüft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oft, wie Korrekturen nachgereicht werden; jede Prüfung ist in der Historie nachvollziehbar (9.5).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Prüfergebnis zur laufenden Vertragsverwaltung.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und fachliche Prüfungen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