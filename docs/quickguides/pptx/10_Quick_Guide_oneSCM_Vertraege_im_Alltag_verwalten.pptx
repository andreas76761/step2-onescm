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Verträge im Alltag verwalten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10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Verträge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ändern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Vertrags-, Kunden- und Zahlungsdaten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führen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Zahlerwechsel und Übertragung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durch,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setzen aus und reaktivieren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verlängern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beenden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Verträge und nutzen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Änderungshistorie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10.1 bis 10.8).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10.1 – 10.4 Ändern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Verträge suchen und Details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Vertrags-, Kunden- und Zahlungsdaten ändern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Zahlerwechsel und Vertragsübertragung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Aussetzen und Reaktivieren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10.5 – 10.8 Beenden und nachvollziehen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Verlängerung, Folgeangebot und Folgevertrag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Kündigung, Stornierung und Beendigung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Finanzielle Folgen und Abschlussnachweise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Änderungshistorie und Nachvollziehbarkeit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4456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 Sie den Vertrag über Referenznummer, FIN oder Kunde und 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Vertrags-, Kunden- oder Zahlungsdaten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die zulässigen Aktionen (10.2); das Zahlungsintervall ist nachträglich nur auf „einmalig“ änderbar.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Zahlerwechsel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Vertragsübertragung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den erforderlichen Nachweisen durch (10.3).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Setzen Sie aus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bzw.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reaktivieren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bei berechtigten Gründen (10.4).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92277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92277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92277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an Produkt, Laufzeit oder Laufleistung erfordern einen Neuvertrag.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Stornierungen und Beendigungen haben finanzielle Folgen (Kapitel 11.6) und sind nicht umkehrbar.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64515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Erstellen Sie vor Laufzeitende ein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Folgeangebot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einen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Folgevertrag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Kündigung, Stornierung oder Beendigung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finanziellen Folgen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sichern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Abschlussnachweise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(10.6 und 10.7).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7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Kontrollieren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Änderungshistorie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(10.8); jede Änderung ist mit Zeitpunkt, Rolle und Grund nachvollziehbar.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Verträge im Alltag verwalten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10 des oneSCM-Handbuchs zusammen. Details, Bildschirmbilder und Nachweise finden Sie im Handbuchkapitel.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Änderungen anstoßen, Folgeangebote erstellen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von Änderungen (Kapitel 9.7)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finanzielle Folgen und Nachweise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ist aktiv (Kapitel 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 und Zeitpunkt der Änderung sind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Zustimmung des Kunden liegt vor, wo erforderlich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 eindeutig identifiziert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Zulässige Änderung gewählt, Nachweise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Finanzielle Folgen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in der Historie dokumentiert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durchlaufen den MO Check nach Kapitel 9.7.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Vertragsübertragung setzt einen neuen Halter und die Identität von Inhaber und Halter voraus (Kapitel 4.4).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Historie ist Grundlage für Reporting und Governance (Kapitel 16).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die Laufleistung erhöhen?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Nicht im laufenden Vertrag; dafür ist ein Neuvertrag oder Folgevertrag nötig (10.2 und 10.5).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der Unterschied zwischen Stornierung und Kündigung?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Stornierung hebt den Vertrag auf, Kündigung beendet ihn zum Termin; beide haben eigene finanzielle Folgen (10.6 und 10.7).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sehe ich, wer etwas geändert hat?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Änderungshistorie des Vertrags (10.8).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35915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Rechenbeispiele und Finanzbezug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Verträge im Alltag verwalten</dc:title>
  <dc:subject>PptxGenJS Presentation</dc:subject>
  <dc:creator>oneSCM Quick Guide</dc:creator>
  <cp:lastModifiedBy>oneSCM Quick Guide</cp:lastModifiedBy>
  <cp:revision>1</cp:revision>
  <dcterms:created xsi:type="dcterms:W3CDTF">2026-10-11T15:23:45Z</dcterms:created>
  <dcterms:modified xsi:type="dcterms:W3CDTF">2026-10-11T15:23:45Z</dcterms:modified>
</cp:coreProperties>
</file>