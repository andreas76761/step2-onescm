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Rechnung, Zahlung, Kosten und Auswertungen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11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72184"/>
          </a:xfrm>
          <a:prstGeom prst="roundRect">
            <a:avLst>
              <a:gd name="adj" fmla="val 621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verstehen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Rechnungsstellung und Zahlpläne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unterscheiden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Rechnungs- und Zahlungsstatus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behandeln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abweichende Rechnungsempfänger und Sammelrechnungen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Kostenmanagement und Claims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Endabrechnung und Korrekturen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nutzen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und Exporte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11.1 bis 11.8).</a:t>
            </a:r>
            <a:endParaRPr lang="en-US" sz="900" dirty="0"/>
          </a:p>
        </p:txBody>
      </p:sp>
      <p:sp>
        <p:nvSpPr>
          <p:cNvPr id="11" name="Screenshot-Rahmen"/>
          <p:cNvSpPr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creenshot-Beschriftung"/>
          <p:cNvSpPr txBox="1"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Zahlplan</a:t>
            </a:r>
            <a:endParaRPr lang="en-US" sz="700" dirty="0"/>
          </a:p>
        </p:txBody>
      </p:sp>
      <p:sp>
        <p:nvSpPr>
          <p:cNvPr id="13" name="Hinweis"/>
          <p:cNvSpPr txBox="1"/>
          <p:nvPr/>
        </p:nvSpPr>
        <p:spPr>
          <a:xfrm>
            <a:off x="201168" y="22951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4" name="Überblick Titel"/>
          <p:cNvSpPr txBox="1"/>
          <p:nvPr/>
        </p:nvSpPr>
        <p:spPr>
          <a:xfrm>
            <a:off x="201168" y="27340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01168" y="3008376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11.1 – 11.4 Rechnung und Kosten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Rechnungsstellung und Zahlpläne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Rechnungsstatus und Zahlungsstatus unterscheiden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Abweichende Rechnungsempfänger und Sammelrechnung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Kostenmanagement und Claims</a:t>
            </a:r>
            <a:endParaRPr lang="en-US" sz="900" dirty="0"/>
          </a:p>
        </p:txBody>
      </p:sp>
      <p:sp>
        <p:nvSpPr>
          <p:cNvPr id="16" name="Überblick Spalte"/>
          <p:cNvSpPr txBox="1"/>
          <p:nvPr/>
        </p:nvSpPr>
        <p:spPr>
          <a:xfrm>
            <a:off x="2624328" y="3008376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11.5 – 11.8 Abrechnung und Reporting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Werkstatt- und Lieferantenbezüge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Endabrechnung, Erstattung und Korrekturen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Reporting, Filter und Exporte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Abweichungen an Fachbereich oder Support übergeben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27980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Vertrags (11.1): Intervall, Beträge und Fälligkeiten.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Unterscheiden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(gestellt, storniert)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(offen, bezahlt, überfällig) (11.2).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abweichendem Rechnungsempfänger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Sammelrechnung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Sie die Zuordnung aus Kapitel 7.2 (11.3).</a:t>
            </a:r>
            <a:endParaRPr lang="en-US" sz="900" dirty="0"/>
          </a:p>
        </p:txBody>
      </p:sp>
      <p:sp>
        <p:nvSpPr>
          <p:cNvPr id="19" name="Screenshot-Rahmen"/>
          <p:cNvSpPr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creenshot-Beschriftung"/>
          <p:cNvSpPr txBox="1"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mit Filtern</a:t>
            </a:r>
            <a:endParaRPr lang="en-US" sz="700" dirty="0"/>
          </a:p>
        </p:txBody>
      </p:sp>
      <p:sp>
        <p:nvSpPr>
          <p:cNvPr id="21" name="Warnhinweis"/>
          <p:cNvSpPr/>
          <p:nvPr/>
        </p:nvSpPr>
        <p:spPr>
          <a:xfrm>
            <a:off x="5047488" y="2606040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2" name="Warnzeichen"/>
          <p:cNvSpPr txBox="1"/>
          <p:nvPr/>
        </p:nvSpPr>
        <p:spPr>
          <a:xfrm>
            <a:off x="5120640" y="2606040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Warntext"/>
          <p:cNvSpPr txBox="1"/>
          <p:nvPr/>
        </p:nvSpPr>
        <p:spPr>
          <a:xfrm>
            <a:off x="5458968" y="260604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Rechnungs- und Zahlungsstatus sind getrennte Größen.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Eine gestellte Rechnung ist nicht bezahlt, und ein Zahlungseingang ändert den Vertragsstatus nicht automatisch.</a:t>
            </a:r>
            <a:endParaRPr lang="en-US" sz="900" dirty="0"/>
          </a:p>
        </p:txBody>
      </p:sp>
      <p:sp>
        <p:nvSpPr>
          <p:cNvPr id="24" name="Schritte"/>
          <p:cNvSpPr txBox="1"/>
          <p:nvPr/>
        </p:nvSpPr>
        <p:spPr>
          <a:xfrm>
            <a:off x="5065776" y="3328416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Verfolgen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Kosten und Claims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Vertrag (11.4)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Werkstatt- und Lieferantenbezüge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(11.5).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Beendigung erfolgt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Endabrechnung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Erstattung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Korrektur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(11.6).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Reporting, Filter und Exporte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Auswertungen (11.7) und übergeben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Fachbereich oder Support (11.8).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Rechnung, Zahlung, Kosten und Auswertungen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11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1965960"/>
          </a:xfrm>
          <a:prstGeom prst="roundRect">
            <a:avLst>
              <a:gd name="adj" fmla="val 465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Rechnungs- und Zahlungsstatus prüfen, Werkstattbezug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Fachbereich Finanzen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Zahlpläne, Korrekturen, Erstattungen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Reporting und Auswertungen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 ist aktiv und Zahlungsdaten sind erfasst (Kapitel 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Rechnungs- und Zahlungsinformationen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Kenntnis der Schnittstellen zu oneERP, NEMESIS und MPay (Kapitel 19)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788920"/>
            <a:ext cx="4663440" cy="1115568"/>
          </a:xfrm>
          <a:prstGeom prst="roundRect">
            <a:avLst>
              <a:gd name="adj" fmla="val 819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2862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1363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Zahlplan und Fälligkeiten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Rechnungs- und Zahlungsstatus korrekt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Rechnungsempfänger und Sammelrechnung passend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 mit Referenznummer übergeben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014216"/>
            <a:ext cx="4663440" cy="1088136"/>
          </a:xfrm>
          <a:prstGeom prst="roundRect">
            <a:avLst>
              <a:gd name="adj" fmla="val 84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087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3616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Buchhalterische Verarbeitung erfolgt in NEMESIS, Zahlungen über MPay, Kundendaten über oneERP (Kapitel 19.11 bis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Exporte enthalten personenbezogene Daten; beachten Sie Kapitel 16.1.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Rechenbeispiele zu Erstattungen stehen in Anhang I.2.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673352"/>
          </a:xfrm>
          <a:prstGeom prst="roundRect">
            <a:avLst>
              <a:gd name="adj" fmla="val 546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steht der Vertrag auf „bezahlt“, die Rechnung aber auf „offen“?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Beide Status kommen aus unterschiedlichen Systemen und werden zeitversetzt aktualisiert (11.2).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korrigiert eine falsche Rechnung?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Fachbereich Finanzen über den Korrekturprozess; Sie übergeben den Fall mit Referenznummer (11.6 und 11.8).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Reports exportieren?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über Reporting mit Filtern und Export (11.7), rollenabhängig.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496312"/>
            <a:ext cx="4663440" cy="1389888"/>
          </a:xfrm>
          <a:prstGeom prst="roundRect">
            <a:avLst>
              <a:gd name="adj" fmla="val 657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5694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843784"/>
            <a:ext cx="4480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NEMESIS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Buchhalterische Verarbeitung (Kapitel 19.14).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Zahlungsintegration (Kapitel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Rechnung, Zahlung, Kosten und Auswertungen</dc:title>
  <dc:subject>PptxGenJS Presentation</dc:subject>
  <dc:creator>oneSCM Quick Guide</dc:creator>
  <cp:lastModifiedBy>oneSCM Quick Guide</cp:lastModifiedBy>
  <cp:revision>1</cp:revision>
  <dcterms:created xsi:type="dcterms:W3CDTF">2026-10-11T15:09:45Z</dcterms:created>
  <dcterms:modified xsi:type="dcterms:W3CDTF">2026-10-11T15:09:45Z</dcterms:modified>
</cp:coreProperties>
</file>