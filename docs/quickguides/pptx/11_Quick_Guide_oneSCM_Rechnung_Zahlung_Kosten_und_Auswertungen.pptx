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 und Korrekturen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11.1 bis 11.8).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11.1 – 11.4 Rechnung und Kosten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 und Zahlungsstatus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11.5 – 11.8 Abrechnung und Reporting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Endabrechnung, Erstattung und Korrekturen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an Fachbereich oder Support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Vertrags (11.1): Intervall, Beträge und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(gestellt, storniert)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(offen, bezahlt, überfällig) (11.2).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abweichendem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Zuordnung aus Kapitel 7.2 (11.3).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 sind getrennte Größen.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Eine gestellte Rechnung ist nicht bezahlt, und ein Zahlungseingang ändert den Vertragsstatus nicht automatisch.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Vertrag (11.4)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Beendigung erfolgt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Auswertungen (11.7) und übergeben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Fachbereich oder Support (11.8).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Rechnungs- und Zahlungsstatus prüfen, Werkstattbezug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Zahlpläne, Korrekturen, Erstattungen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Reporting und Auswertungen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und Zahlungsdaten sind erfasst (Kapitel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Rechnungs- und Zahlungsinformationen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Schnittstellen zu oneERP, NEMESIS und MPay (Kapitel 19)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und Fälligkeiten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Rechnungs- und Zahlungsstatus korrekt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Rechnungsempfänger und Sammelrechnung passend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mit Referenznummer übergeben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Buchhalterische Verarbeitung erfolgt in NEMESIS, Zahlungen über MPay, Kundendaten über oneERP (Kapitel 19.11 bis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Annahme einer Werkstattrechnung übernimmt das System den Kilometerstand in die Historie des Vertrags (10.9, 11.5).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zu Erstattungen stehen in Anhang I.2.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steht der Vertrag auf „bezahlt“, die Rechnung aber auf „offen“?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Beide Status kommen aus unterschiedlichen Systemen und werden zeitversetzt aktualisiert (11.2).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korrigiert eine falsche Rechnung?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Fachbereich Finanzen über den Korrekturprozess; Sie übergeben den Fall mit Referenznummer (11.6 und 11.8).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Reports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Reporting mit Filtern und Export (11.7), rollenabhängig.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Buchhalterische Verarbeitung (Kapitel 19.14).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Rechnung, Zahlung, Kosten und Auswertungen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