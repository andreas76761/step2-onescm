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Rechnung, Zahlung, Kosten und Auswertungen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11 des oneSCM-Handbuchs zusammen. Details, Bildschirmbilder und Nachweise finden Sie im Handbuchkapitel.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581912"/>
          </a:xfrm>
          <a:prstGeom prst="roundRect">
            <a:avLst>
              <a:gd name="adj" fmla="val 578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Sie verstehen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Rechnungsstellung und Zahlpläne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unterscheiden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Rechnungs- und Zahlungsstatus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behandeln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abweichende Rechnungsempfänger und Sammelrechnungen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kennen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Kostenmanagement und Claims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Endabrechnung und Korrekturen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nutzen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Reporting und Exporte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11.1 bis 11.8).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1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404872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Dokument ist interaktiv – Verweise auf Handbuchkapitel und Systeme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84378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Die Themen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3118104"/>
            <a:ext cx="224028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11.1 – 11.4 Rechnung und Kosten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Rechnungsstellung und Zahlpläne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Rechnungsstatus und Zahlungsstatus unterscheiden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Abweichende Rechnungsempfänger und Sammelrechnung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Kostenmanagement und Claims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3118104"/>
            <a:ext cx="224028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11.5 – 11.8 Abrechnung und Reporting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Werkstatt- und Lieferantenbezüge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Endabrechnung, Erstattung und Korrekturen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Reporting, Filter und Exporte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Abweichungen an Fachbereich oder Support übergeben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1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562856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1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150876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23317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606040"/>
            <a:ext cx="464515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Prüfen Sie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Zahlplan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des Vertrags (11.1): Intervall, Beträge und Fälligkeiten.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Unterscheiden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Rechnungsstatus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(gestellt, storniert) und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Zahlungsstatus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(offen, bezahlt, überfällig) (11.2).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Bei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abweichendem Rechnungsempfänger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oder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Sammelrechnung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prüfen Sie die Zuordnung aus Kapitel 7.2 (11.3).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602736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602736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602736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Rechnungs- und Zahlungsstatus sind getrennte Größen.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Eine gestellte Rechnung ist nicht bezahlt, und ein Zahlungseingang ändert den Vertragsstatus nicht automatisch.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4325112"/>
            <a:ext cx="464515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Verfolgen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Kosten und Claims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je Vertrag (11.4) und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Werkstatt- und Lieferantenbezüge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(11.5).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Bei Beendigung erfolgt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Endabrechnung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mit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Erstattung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oder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Korrektur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(11.6).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6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Nutzen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Reporting, Filter und Exporte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für Auswertungen (11.7) und übergeben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Abweichungen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 Fachbereich oder Support (11.8).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Rechnung, Zahlung, Kosten und Auswertungen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11 des oneSCM-Handbuchs zusammen. Details, Bildschirmbilder und Nachweise finden Sie im Handbuchkapitel.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Rechnungs- und Zahlungsstatus prüfen, Werkstattbezug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Fachbereich Finanzen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Zahlpläne, Korrekturen, Erstattungen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Markt/HQ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Reporting und Auswertungen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 ist aktiv und Zahlungsdaten sind erfasst (Kapitel 7)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Zugriff auf Rechnungs- und Zahlungsinformationen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Kenntnis der Schnittstellen zu oneERP, NEMESIS und MPay (Kapitel 19)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Zahlplan und Fälligkeiten geprüft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Rechnungs- und Zahlungsstatus korrekt gelesen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Rechnungsempfänger und Sammelrechnung passend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Abweichung mit Referenznummer übergeben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170432"/>
          </a:xfrm>
          <a:prstGeom prst="roundRect">
            <a:avLst>
              <a:gd name="adj" fmla="val 781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Buchhalterische Verarbeitung erfolgt in NEMESIS, Zahlungen über MPay, Kundendaten über oneERP (Kapitel 19.11 bis 19.15).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Exporte enthalten personenbezogene Daten; beachten Sie Kapitel 16.1.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Rechenbeispiele zu Erstattungen stehen in Anhang I.2.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536192"/>
          </a:xfrm>
          <a:prstGeom prst="roundRect">
            <a:avLst>
              <a:gd name="adj" fmla="val 5952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Warum steht der Vertrag auf „bezahlt“, die Rechnung aber auf „offen“?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Beide Status kommen aus unterschiedlichen Systemen und werden zeitversetzt aktualisiert (11.2).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Wer korrigiert eine falsche Rechnung?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Der Fachbereich Finanzen über den Korrekturprozess; Sie übergeben den Fall mit Referenznummer (11.6 und 11.8).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Kann ich Reports exportieren?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Ja, über Reporting mit Filtern und Export (11.7), rollenabhängig.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35915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43230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70662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NEMESIS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Buchhalterische Verarbeitung (Kapitel 19.14).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MPay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Zahlungsintegration (Kapitel 19.15).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Rechnung, Zahlung, Kosten und Auswertungen</dc:title>
  <dc:subject>PptxGenJS Presentation</dc:subject>
  <dc:creator>oneSCM Quick Guide</dc:creator>
  <cp:lastModifiedBy>oneSCM Quick Guide</cp:lastModifiedBy>
  <cp:revision>1</cp:revision>
  <dcterms:created xsi:type="dcterms:W3CDTF">2026-10-11T15:23:46Z</dcterms:created>
  <dcterms:modified xsi:type="dcterms:W3CDTF">2026-10-11T15:23:46Z</dcterms:modified>
</cp:coreProperties>
</file>