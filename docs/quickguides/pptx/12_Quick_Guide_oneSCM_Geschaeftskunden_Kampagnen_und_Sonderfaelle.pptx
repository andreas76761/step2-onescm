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Geschäftskunden, Kampagnen und Sonderfälle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zusätzlichen Anforderungen für Geschäftskunden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Flotten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wenden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Sonderkonditionen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stellen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Begründung,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Dealer-Zuordnung, Validierung und Freigabe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Kommentare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12.1 bis 12.8).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12.1 – 12.4 Geschäftskunden und Sonderfall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Zusätzliche Anforderungen für Geschäftskunden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Flotten- und besondere Kundenkonstellationen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Sonderkonditionen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 und Begründung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12.5 – 12.9 Bearbeitung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Dealer-Zuordnung und Weiterbearbeitung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Validierung, Freigabe und Ablehnung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Interne und externe Kommentare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Massenanlage und Validierung von Fahrzeuglisten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9028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Geschäftskunden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Firmenname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USt-ID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ggf. Industrie (12.1); 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Flotten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die Kundenkonstellation (12.2).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Sonderkonditionen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nur, wenn die Berechtigung laut Beschreibung erfüllt ist (12.3).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bei Abweichungen vom Standard 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Sonderfallanfrage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nachvollziehbarer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Begründung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Anfrage wird dem zuständigen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bzw. Bearbeiter zugeordnet (12.5) und durch MO oder Markt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validiert, freigegeben oder abgelehnt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(12.6).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Kundengruppe „KAM betreute Großkunden“ ist nur bei individuellen Preisanfragen zu verwenden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d. h. bei KAM-betreuten Kunden bzw. bei FS 140+.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64515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interne Kommentare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die Abstimmung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externe Kommentare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Rückmeldungen an den Kunden (12.7).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Verwalten Sie Kundenkonten und Sonderfälle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Flotten übergeben Sie Fahrzeuglisten an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Massenanlage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das System prüft je Fahrzeug Produkt, Erstzulassung und Laufleistung und benachrichtigt Händler, MO und MPC über die Ergebnistabelle (12.9).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Geschäftskunden, Kampagnen und Sonderfälle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258568"/>
          </a:xfrm>
          <a:prstGeom prst="roundRect">
            <a:avLst>
              <a:gd name="adj" fmla="val 404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Sonderfallanfrage, Kampagnenwahl, Kommentare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Validierung, Freigabe oder Ablehnung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betreute Großkunden und individuelle Preisanfragen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Kundengruppe „Geschäftskunde“ oder „KAM betreute Großkunden“ ist korrekt gewählt (Kapitel 4.1)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Kampagnenberechtigung ist laut Beschreibung gegeben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Begründung für den Sonderfall liegt vor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3081528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1546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429000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Kundengruppe und Zusatzangaben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Kampagnenberechtigung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Sonderfall begründet und eingereicht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Kommentarsichtbarkeit beachtet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389120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4622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736592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 lösen immer eine MO-Prüfung aus (Kapitel 6.5 und 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Externe Kommentare sind für den Kunden sichtbar; keine internen Informationen eintragen.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werden vom Markt gepflegt (Kapitel 14.13).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Wann brauche ich eine Sonderfallanfrage?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Wenn Konditionen, Kundenkonstellation oder Produkt vom Standard abweichen (12.4).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entscheidet über den Sonderfall?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MO oder Markt nach Validierung; das Ergebnis sehen Sie im Antrag und in den Kommentaren (12.6).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das Customer Account Center?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Bereich zur Verwaltung von Kundenkonten, Beziehungen und Sonderfällen (12.8).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 entlang des Vertragsprozesses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Geschäftskunden, Kampagnen und Sonderfälle</dc:title>
  <dc:subject>PptxGenJS Presentation</dc:subject>
  <dc:creator>oneSCM Quick Guide</dc:creator>
  <cp:lastModifiedBy>oneSCM Quick Guide</cp:lastModifiedBy>
  <cp:revision>1</cp:revision>
  <dcterms:created xsi:type="dcterms:W3CDTF">2026-10-11T16:25:22Z</dcterms:created>
  <dcterms:modified xsi:type="dcterms:W3CDTF">2026-10-11T16:25:22Z</dcterms:modified>
</cp:coreProperties>
</file>