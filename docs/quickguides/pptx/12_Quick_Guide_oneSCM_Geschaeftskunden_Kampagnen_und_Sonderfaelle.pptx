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zusätzlichen Anforderungen für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stellen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Dealer-Zuordnung, Validierung und 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12.1 bis 12.8).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Geschäftskunden und Sonderfall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Anforderungen für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Flotten- und besondere Kundenkonstellationen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 und Begründung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12.8 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 und Weiterbearbeitung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Validierung, Freigabe und Ablehnung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und externe Kommentare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Firmenname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USt-ID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ggf. Industrie (12.1);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Kundenkonstellation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nur, wenn die Berechtigung laut Beschreibung erfüllt ist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bei Abweichungen vom Standard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nachvollziehbarer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Kundengruppe „KAM betreute Großkunden“ ist nur bei individuellen Preisanfragen zu verwenden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d. h. bei KAM-betreuten Kunden bzw. bei FS 140+.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Anfrage wird dem zuständigen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Bearbeiter zugeordnet (12.5) und durch MO oder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validiert, freigegeben oder abgelehnt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Abstimmung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Rückmeldungen an den Kunden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Kundenkonten und Sonderfälle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58568"/>
          </a:xfrm>
          <a:prstGeom prst="roundRect">
            <a:avLst>
              <a:gd name="adj" fmla="val 40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Sonderfallanfrage, Kampagnenwahl, Kommentare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Validierung, Freigabe oder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betreute Großkunden und individuelle Preisanfragen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„Geschäftskunde“ oder „KAM betreute Großkunden“ ist korrekt gewählt (Kapitel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Kampagnenberechtigung ist laut Beschreibung 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 für den Sonderfall liegt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081528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54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29000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und Zusatzangaben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Kampagnenberechtigung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Sonderfall begründet und eingereicht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Kommentarsichtbarkeit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38912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365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lösen immer eine MO-Prüfung aus (Kapitel 6.5 und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 sind für den Kunden sichtbar; keine internen Informationen eintragen.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werden vom Markt gepflegt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brauche ich eine Sonderfallanfrage?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Wenn Konditionen, Kundenkonstellation oder Produkt vom Standard abweichen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über den Sonderfall?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oder Markt nach Validierung; das Ergebnis sehen Sie im Antrag und in den Kommentaren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das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Bereich zur Verwaltung von Kundenkonten, Beziehungen und Sonderfällen (12.8).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entlang des Vertragsprozesses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Geschäftskunden, Kampagnen und Sonderfälle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