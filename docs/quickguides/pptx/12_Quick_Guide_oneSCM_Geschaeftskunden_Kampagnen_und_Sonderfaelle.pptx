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Geschäftskunden, Kampagnen und Sonderfälle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12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72184"/>
          </a:xfrm>
          <a:prstGeom prst="roundRect">
            <a:avLst>
              <a:gd name="adj" fmla="val 6211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kennen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zusätzlichen Anforderungen für Geschäftskunden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Flotten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wenden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Kampagnen und Sonderkonditionen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an, stellen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Sonderfallanfragen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Begründung, verstehen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Dealer-Zuordnung, Validierung und Freigabe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sowie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Kommentare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 Account Center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12.1 bis 12.8).</a:t>
            </a:r>
            <a:endParaRPr lang="en-US" sz="900" dirty="0"/>
          </a:p>
        </p:txBody>
      </p:sp>
      <p:sp>
        <p:nvSpPr>
          <p:cNvPr id="11" name="Screenshot-Rahmen"/>
          <p:cNvSpPr/>
          <p:nvPr/>
        </p:nvSpPr>
        <p:spPr>
          <a:xfrm>
            <a:off x="3035808" y="804672"/>
            <a:ext cx="1737360" cy="1051560"/>
          </a:xfrm>
          <a:prstGeom prst="rect">
            <a:avLst/>
          </a:prstGeom>
          <a:solidFill>
            <a:srgbClr val="F3F3F3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12" name="Screenshot-Beschriftung"/>
          <p:cNvSpPr txBox="1"/>
          <p:nvPr/>
        </p:nvSpPr>
        <p:spPr>
          <a:xfrm>
            <a:off x="3035808" y="804672"/>
            <a:ext cx="1737360" cy="10515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Screenshot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Kampagnen und Händlerrabatt</a:t>
            </a:r>
            <a:endParaRPr lang="en-US" sz="700" dirty="0"/>
          </a:p>
        </p:txBody>
      </p:sp>
      <p:sp>
        <p:nvSpPr>
          <p:cNvPr id="13" name="Hinweis"/>
          <p:cNvSpPr txBox="1"/>
          <p:nvPr/>
        </p:nvSpPr>
        <p:spPr>
          <a:xfrm>
            <a:off x="201168" y="229514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4" name="Überblick Titel"/>
          <p:cNvSpPr txBox="1"/>
          <p:nvPr/>
        </p:nvSpPr>
        <p:spPr>
          <a:xfrm>
            <a:off x="201168" y="273405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01168" y="3008376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12.1 – 12.4 Geschäftskunden und Sonderfall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Zusätzliche Anforderungen für Geschäftskunden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Flotten- und besondere Kundenkonstellationen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Kampagnen und Sonderkonditionen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Sonderfallanfrage und Begründung</a:t>
            </a:r>
            <a:endParaRPr lang="en-US" sz="900" dirty="0"/>
          </a:p>
        </p:txBody>
      </p:sp>
      <p:sp>
        <p:nvSpPr>
          <p:cNvPr id="16" name="Überblick Spalte"/>
          <p:cNvSpPr txBox="1"/>
          <p:nvPr/>
        </p:nvSpPr>
        <p:spPr>
          <a:xfrm>
            <a:off x="2624328" y="3008376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12.5 – 12.8 Bearbeitung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Dealer-Zuordnung und Weiterbearbeitung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Validierung, Freigabe und Ablehnung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Interne und externe Kommentare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 Account Center</a:t>
            </a:r>
            <a:endParaRPr lang="en-US" sz="900" dirty="0"/>
          </a:p>
        </p:txBody>
      </p:sp>
      <p:sp>
        <p:nvSpPr>
          <p:cNvPr id="17" name="Abschnittstitel"/>
          <p:cNvSpPr txBox="1"/>
          <p:nvPr/>
        </p:nvSpPr>
        <p:spPr>
          <a:xfrm>
            <a:off x="5047488" y="713232"/>
            <a:ext cx="2816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8" name="Schritte"/>
          <p:cNvSpPr txBox="1"/>
          <p:nvPr/>
        </p:nvSpPr>
        <p:spPr>
          <a:xfrm>
            <a:off x="5065776" y="987552"/>
            <a:ext cx="279806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Erfassen Sie bei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Geschäftskunden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Firmenname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USt-ID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sowie ggf. Industrie (12.1); bei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Flotten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prüfen Sie die Kundenkonstellation (12.2).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Wählen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Kampagnen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Sonderkonditionen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nur, wenn die Berechtigung laut Beschreibung erfüllt ist (12.3).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Stellen Sie bei Abweichungen vom Standard eine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Sonderfallanfrage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nachvollziehbarer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Begründung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(12.4).</a:t>
            </a:r>
            <a:endParaRPr lang="en-US" sz="900" dirty="0"/>
          </a:p>
        </p:txBody>
      </p:sp>
      <p:sp>
        <p:nvSpPr>
          <p:cNvPr id="19" name="Screenshot-Rahmen"/>
          <p:cNvSpPr/>
          <p:nvPr/>
        </p:nvSpPr>
        <p:spPr>
          <a:xfrm>
            <a:off x="7973568" y="987552"/>
            <a:ext cx="1737360" cy="1463040"/>
          </a:xfrm>
          <a:prstGeom prst="rect">
            <a:avLst/>
          </a:prstGeom>
          <a:solidFill>
            <a:srgbClr val="F3F3F3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0" name="Screenshot-Beschriftung"/>
          <p:cNvSpPr txBox="1"/>
          <p:nvPr/>
        </p:nvSpPr>
        <p:spPr>
          <a:xfrm>
            <a:off x="7973568" y="987552"/>
            <a:ext cx="1737360" cy="1463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Screenshot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Sonderfallanfrage</a:t>
            </a:r>
            <a:endParaRPr lang="en-US" sz="700" dirty="0"/>
          </a:p>
        </p:txBody>
      </p:sp>
      <p:sp>
        <p:nvSpPr>
          <p:cNvPr id="21" name="Warnhinweis"/>
          <p:cNvSpPr/>
          <p:nvPr/>
        </p:nvSpPr>
        <p:spPr>
          <a:xfrm>
            <a:off x="5047488" y="2670048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2" name="Warnzeichen"/>
          <p:cNvSpPr txBox="1"/>
          <p:nvPr/>
        </p:nvSpPr>
        <p:spPr>
          <a:xfrm>
            <a:off x="5120640" y="2670048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3" name="Warntext"/>
          <p:cNvSpPr txBox="1"/>
          <p:nvPr/>
        </p:nvSpPr>
        <p:spPr>
          <a:xfrm>
            <a:off x="5458968" y="2670048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Kundengruppe „KAM betreute Großkunden“ ist nur bei individuellen Preisanfragen zu verwenden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d. h. bei KAM-betreuten Kunden bzw. bei FS 140+.</a:t>
            </a:r>
            <a:endParaRPr lang="en-US" sz="900" dirty="0"/>
          </a:p>
        </p:txBody>
      </p:sp>
      <p:sp>
        <p:nvSpPr>
          <p:cNvPr id="24" name="Schritte"/>
          <p:cNvSpPr txBox="1"/>
          <p:nvPr/>
        </p:nvSpPr>
        <p:spPr>
          <a:xfrm>
            <a:off x="5065776" y="3392424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Anfrage wird dem zuständigen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bzw. Bearbeiter zugeordnet (12.5) und durch MO oder Markt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validiert, freigegeben oder abgelehnt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(12.6).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interne Kommentare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für die Abstimmung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externe Kommentare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für Rückmeldungen an den Kunden (12.7).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Verwalten Sie Kundenkonten und Sonderfälle im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 Account Center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(12.8).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Geschäftskunden, Kampagnen und Sonderfälle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12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03120"/>
          </a:xfrm>
          <a:prstGeom prst="roundRect">
            <a:avLst>
              <a:gd name="adj" fmla="val 4348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Sonderfallanfrage, Kampagnenwahl, Kommentare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MO/Markt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Validierung, Freigabe oder Ablehnung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betreute Großkunden und individuelle Preisanfragen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Kundengruppe „Geschäftskunde“ oder „KAM betreute Großkunden“ ist korrekt gewählt (Kapitel 4.1)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Kampagnenberechtigung ist laut Beschreibung gegeben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Begründung für den Sonderfall liegt vor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26080"/>
            <a:ext cx="4663440" cy="1115568"/>
          </a:xfrm>
          <a:prstGeom prst="roundRect">
            <a:avLst>
              <a:gd name="adj" fmla="val 819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299923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73552"/>
            <a:ext cx="4480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Kundengruppe und Zusatzangaben korrekt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Kampagnenberechtigung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Sonderfall begründet und eingereicht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Kommentarsichtbarkeit beachtet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151376"/>
            <a:ext cx="4663440" cy="1088136"/>
          </a:xfrm>
          <a:prstGeom prst="roundRect">
            <a:avLst>
              <a:gd name="adj" fmla="val 840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22452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49884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Sonderfreigaben lösen immer eine MO-Prüfung aus (Kapitel 6.5 und 9).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Externe Kommentare sind für den Kunden sichtbar; keine internen Informationen eintragen.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Kampagnen werden vom Markt gepflegt (Kapitel 14.13).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Wann brauche ich eine Sonderfallanfrage?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Wenn Konditionen, Kundenkonstellation oder Produkt vom Standard abweichen (12.4).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Wer entscheidet über den Sonderfall?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MO oder Markt nach Validierung; das Ergebnis sehen Sie im Antrag und in den Kommentaren (12.6).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ist das Customer Account Center?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Bereich zur Verwaltung von Kundenkonten, Beziehungen und Sonderfällen (12.8).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527048"/>
          </a:xfrm>
          <a:prstGeom prst="roundRect">
            <a:avLst>
              <a:gd name="adj" fmla="val 5988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Praxisbeispiele entlang des Vertragsprozesses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I.1.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und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23 mit Fragen je Prozessphase und bekannten Fehlern je Markt und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Geschäftskunden, Kampagnen und Sonderfälle</dc:title>
  <dc:subject>PptxGenJS Presentation</dc:subject>
  <dc:creator>oneSCM Quick Guide</dc:creator>
  <cp:lastModifiedBy>oneSCM Quick Guide</cp:lastModifiedBy>
  <cp:revision>1</cp:revision>
  <dcterms:created xsi:type="dcterms:W3CDTF">2026-10-11T15:09:45Z</dcterms:created>
  <dcterms:modified xsi:type="dcterms:W3CDTF">2026-10-11T15:09:45Z</dcterms:modified>
</cp:coreProperties>
</file>