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Reifenprodukte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13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609344"/>
          </a:xfrm>
          <a:prstGeom prst="roundRect">
            <a:avLst>
              <a:gd name="adj" fmla="val 568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ordnen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gegenüber dem Standardprozess ein, wählen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Produkt, Reifentyp und Reifengröße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konfigurieren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führen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Dokumente und Aktivierung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durch und verwalten den Vertrag bis zur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13.1 bis 13.7).</a:t>
            </a:r>
            <a:endParaRPr lang="en-US" sz="900" dirty="0"/>
          </a:p>
        </p:txBody>
      </p:sp>
      <p:sp>
        <p:nvSpPr>
          <p:cNvPr id="11" name="Screenshot-Rahmen"/>
          <p:cNvSpPr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12" name="Screenshot-Beschriftung"/>
          <p:cNvSpPr txBox="1"/>
          <p:nvPr/>
        </p:nvSpPr>
        <p:spPr>
          <a:xfrm>
            <a:off x="3035808" y="804672"/>
            <a:ext cx="1737360" cy="1051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 auswählen</a:t>
            </a:r>
            <a:endParaRPr lang="en-US" sz="700" dirty="0"/>
          </a:p>
        </p:txBody>
      </p:sp>
      <p:sp>
        <p:nvSpPr>
          <p:cNvPr id="13" name="Hinweis"/>
          <p:cNvSpPr txBox="1"/>
          <p:nvPr/>
        </p:nvSpPr>
        <p:spPr>
          <a:xfrm>
            <a:off x="201168" y="243230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4" name="Überblick Titel"/>
          <p:cNvSpPr txBox="1"/>
          <p:nvPr/>
        </p:nvSpPr>
        <p:spPr>
          <a:xfrm>
            <a:off x="201168" y="287121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01168" y="314553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13.1 – 13.4 Produkt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Einordnung und Abgrenzung zum Standardprozess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Produkt, Reifentyp und Reifengröße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endParaRPr lang="en-US" sz="900" dirty="0"/>
          </a:p>
        </p:txBody>
      </p:sp>
      <p:sp>
        <p:nvSpPr>
          <p:cNvPr id="16" name="Überblick Spalte"/>
          <p:cNvSpPr txBox="1"/>
          <p:nvPr/>
        </p:nvSpPr>
        <p:spPr>
          <a:xfrm>
            <a:off x="2624328" y="3145536"/>
            <a:ext cx="22402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13.5 – 13.7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Antrag, Dokumente und Aktivierung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Laufende Verwaltung und Leistungsbezug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 und Beendigung</a:t>
            </a:r>
            <a:endParaRPr lang="en-US" sz="900" dirty="0"/>
          </a:p>
        </p:txBody>
      </p:sp>
      <p:sp>
        <p:nvSpPr>
          <p:cNvPr id="17" name="Abschnittstitel"/>
          <p:cNvSpPr txBox="1"/>
          <p:nvPr/>
        </p:nvSpPr>
        <p:spPr>
          <a:xfrm>
            <a:off x="5047488" y="713232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8" name="Schritte"/>
          <p:cNvSpPr txBox="1"/>
          <p:nvPr/>
        </p:nvSpPr>
        <p:spPr>
          <a:xfrm>
            <a:off x="5065776" y="987552"/>
            <a:ext cx="279806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Abgrenzung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(13.1): Reifenprodukte folgen dem Standardprozess, haben aber eigene Produkt- und Preisparameter.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Reifengröße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passend zum Fahrzeug (13.2).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Konfigurieren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Laufzeit, Laufleistung und Leistungsumfang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(13.3) und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Preis, Optionen und Kampagnen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(13.4).</a:t>
            </a:r>
            <a:endParaRPr lang="en-US" sz="900" dirty="0"/>
          </a:p>
        </p:txBody>
      </p:sp>
      <p:sp>
        <p:nvSpPr>
          <p:cNvPr id="19" name="Screenshot-Rahmen"/>
          <p:cNvSpPr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solidFill>
            <a:srgbClr val="F3F3F3"/>
          </a:solidFill>
          <a:ln w="6350">
            <a:solidFill>
              <a:srgbClr val="BFBFBF"/>
            </a:solidFill>
            <a:prstDash val="solid"/>
          </a:ln>
        </p:spPr>
      </p:sp>
      <p:sp>
        <p:nvSpPr>
          <p:cNvPr id="20" name="Screenshot-Beschriftung"/>
          <p:cNvSpPr txBox="1"/>
          <p:nvPr/>
        </p:nvSpPr>
        <p:spPr>
          <a:xfrm>
            <a:off x="7973568" y="987552"/>
            <a:ext cx="1737360" cy="14630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Screenshot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 und Reifengröße</a:t>
            </a:r>
            <a:endParaRPr lang="en-US" sz="700" dirty="0"/>
          </a:p>
        </p:txBody>
      </p:sp>
      <p:sp>
        <p:nvSpPr>
          <p:cNvPr id="21" name="Warnhinweis"/>
          <p:cNvSpPr/>
          <p:nvPr/>
        </p:nvSpPr>
        <p:spPr>
          <a:xfrm>
            <a:off x="5047488" y="2606040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2" name="Warnzeichen"/>
          <p:cNvSpPr txBox="1"/>
          <p:nvPr/>
        </p:nvSpPr>
        <p:spPr>
          <a:xfrm>
            <a:off x="5120640" y="2606040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3" name="Warntext"/>
          <p:cNvSpPr txBox="1"/>
          <p:nvPr/>
        </p:nvSpPr>
        <p:spPr>
          <a:xfrm>
            <a:off x="5458968" y="2606040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Reifengröße und Reifentyp müssen zur Fahrzeugausstattung passen.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Abweichungen führen zur Zurückweisung im MO Check und verhindern den Leistungsbezug.</a:t>
            </a:r>
            <a:endParaRPr lang="en-US" sz="900" dirty="0"/>
          </a:p>
        </p:txBody>
      </p:sp>
      <p:sp>
        <p:nvSpPr>
          <p:cNvPr id="24" name="Schritte"/>
          <p:cNvSpPr txBox="1"/>
          <p:nvPr/>
        </p:nvSpPr>
        <p:spPr>
          <a:xfrm>
            <a:off x="5065776" y="3328416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Erstellen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holen Sie die Unterschrift ein und laden Sie die Dokumente hoch (13.5, wie Kapitel 6 bis 8).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Im laufenden Vertrag erfolgt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Leistungsbezug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Werkstatt (13.6).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Laufzeitende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Verlängerung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Beendigung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(13.7).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Reifenprodukte – Tyres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13 des oneSCM-Handbuchs zusammen. Details, Bildschirmbilder und Nachweise finden Sie im Handbuchkapitel.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1965960"/>
          </a:xfrm>
          <a:prstGeom prst="roundRect">
            <a:avLst>
              <a:gd name="adj" fmla="val 4651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Reifenvertrag anbieten, beantragen, verwalten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Reifenprodukte, Größen und Preise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und Aktivierung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Fahrzeugdaten geladen (Kapitel 5)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Reifentyp und Reifengröße des Fahrzeugs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Reifenprodukt ist im Markt freigegeben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788920"/>
            <a:ext cx="4663440" cy="1115568"/>
          </a:xfrm>
          <a:prstGeom prst="roundRect">
            <a:avLst>
              <a:gd name="adj" fmla="val 819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286207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136392"/>
            <a:ext cx="4480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Reifenprodukt im Markt verfügbar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Reifentyp und -größe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Laufzeit und Laufleistung konfiguriert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Antrag aktiviert, Leistungsbezug möglich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014216"/>
            <a:ext cx="4663440" cy="1225296"/>
          </a:xfrm>
          <a:prstGeom prst="roundRect">
            <a:avLst>
              <a:gd name="adj" fmla="val 746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0873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36168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 Optionen und Coverage-Codes werden zentral gepflegt (Kapitel 15.7).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Spartenunterschiede Pkw/Van beachten (Kapitel 21).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Kampagnen für Reifenprodukte sind markt- und zeitabhängig (Kapitel 14.13).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Reifen und Service in einem Vertrag kombinieren?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hängt vom Produktangebot des Marktes ab (Kapitel 13.1 und 14.8).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Woher kommt die Reifengröße?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den Fahrzeugdaten; prüfen Sie sie gegen die tatsächliche Ausstattung (13.2).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läuft der Leistungsbezug?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die Werkstatt mit Bezug auf Vertrag und Coverage (13.6 und 19.9).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527048"/>
          </a:xfrm>
          <a:prstGeom prst="roundRect">
            <a:avLst>
              <a:gd name="adj" fmla="val 5988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VEGA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Vertrag, Coverage und Claim (Kapitel 19.9).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und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Kapitel 23 mit Fragen je Prozessphase und bekannten Fehlern je Markt und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Reifenprodukte – Tyres</dc:title>
  <dc:subject>PptxGenJS Presentation</dc:subject>
  <dc:creator>oneSCM Quick Guide</dc:creator>
  <cp:lastModifiedBy>oneSCM Quick Guide</cp:lastModifiedBy>
  <cp:revision>1</cp:revision>
  <dcterms:created xsi:type="dcterms:W3CDTF">2026-10-11T15:09:45Z</dcterms:created>
  <dcterms:modified xsi:type="dcterms:W3CDTF">2026-10-11T15:09:45Z</dcterms:modified>
</cp:coreProperties>
</file>