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Reifenprodukte – Tyres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13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728216"/>
          </a:xfrm>
          <a:prstGeom prst="roundRect">
            <a:avLst>
              <a:gd name="adj" fmla="val 5291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ordnen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Reifenprodukte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gegenüber dem Standardprozess ein, wählen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Produkt, Reifentyp und Reifengröße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konfigurieren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Laufzeit, Laufleistung und Leistungsumfang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prüfen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Preis, Optionen und Kampagnen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führen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Antrag, Dokumente und Aktivierung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durch und verwalten den Vertrag bis zur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Beendigung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13.1 bis 13.7).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55117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9900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264408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13.1 – 13.4 Produkt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Einordnung und Abgrenzung zum Standardprozess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Produkt, Reifentyp und Reifengröße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Laufzeit, Laufleistung und Leistungsumfang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Preis, Optionen und Kampagnen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264408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13.5 – 13.7 Vertrag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Antrag, Dokumente und Aktivierung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Laufende Verwaltung und Leistungsbezug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Verlängerung und Beendigung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1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709160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1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Erkennen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Abgrenzung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(13.1): Reifenprodukte folgen dem Standardprozess, haben aber eigene Produkt- und Preisparameter.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Reifenprodukt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sowie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Reifentyp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Reifengröße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passend zum Fahrzeug (13.2).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Konfigurieren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Laufzeit, Laufleistung und Leistungsumfang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(13.3) und 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Preis, Optionen und Kampagnen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(13.4).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Reifengröße und Reifentyp müssen zur Fahrzeugausstattung passen.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Abweichungen führen zur Zurückweisung im MO Check und verhindern den Leistungsbezug.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25112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Erstellen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holen Sie die Unterschrift ein und laden Sie die Dokumente hoch (13.5, wie Kapitel 6 bis 8).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Im laufenden Vertrag erfolgt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Leistungsbezug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die Werkstatt (13.6).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 Laufzeitende 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Verlängerung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Beendigung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(13.7).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Reifenprodukte – Tyres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13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Reifenvertrag anbieten, beantragen, verwalten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Reifenprodukte, Größen und Preise pflegen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Prüfung und Aktivierung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Fahrzeugdaten geladen (Kapitel 5)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Reifentyp und Reifengröße des Fahrzeugs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Reifenprodukt ist im Markt freigegeben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Reifenprodukt im Markt verfügbar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Reifentyp und -größe korrekt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Laufzeit und Laufleistung konfiguriert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Antrag aktiviert, Leistungsbezug möglich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Technische Optionen und Coverage-Codes werden zentral gepflegt (Kapitel 15.7).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Spartenunterschiede Pkw/Van beachten (Kapitel 21).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Kampagnen für Reifenprodukte sind markt- und zeitabhängig (Kapitel 14.13).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Reifen und Service in einem Vertrag kombinieren?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Das hängt vom Produktangebot des Marktes ab (Kapitel 13.1 und 14.8).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Woher kommt die Reifengröße?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Aus den Fahrzeugdaten; prüfen Sie sie gegen die tatsächliche Ausstattung (13.2).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läuft der Leistungsbezug?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die Werkstatt mit Bezug auf Vertrag und Coverage (13.6 und 19.9).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VEGA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Vertrag, Coverage und Claim (Kapitel 19.9).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und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23 mit Fragen je Prozessphase und bekannten Fehlern je Markt und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Reifenprodukte – Tyres</dc:title>
  <dc:subject>PptxGenJS Presentation</dc:subject>
  <dc:creator>oneSCM Quick Guide</dc:creator>
  <cp:lastModifiedBy>oneSCM Quick Guide</cp:lastModifiedBy>
  <cp:revision>1</cp:revision>
  <dcterms:created xsi:type="dcterms:W3CDTF">2026-10-11T15:23:46Z</dcterms:created>
  <dcterms:modified xsi:type="dcterms:W3CDTF">2026-10-11T15:23:46Z</dcterms:modified>
</cp:coreProperties>
</file>