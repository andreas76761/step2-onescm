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Marktrolle, Produkt- und Preispflege sowie Administration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14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Sie kennen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Aufgaben und Abgrenzung der Marktrolle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pflegen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marktspezifische Einstellungen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Vorlagen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Produkte, Preisversionen, Fahrzeuggruppen und Kampagnen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nutzen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Testing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dokumentieren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Änderungen und Freigaben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14.1 bis 14.14).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1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Verweise auf Handbuchkapitel und Systeme sind hervorgehoben; E-Mail-Adressen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14.1 – 14.7 Markt und Administration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Aufgaben und Abgrenzung der Marktrolle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Marktspezifische Einstellungen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Länderabweichungen vom Blueprint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Vorlagenverwaltung und Template Management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Administrationsbereich und zulässige Aktionen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Marktbezogene Sichtbarkeit und Berechtigungen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Änderungen prüfen, freigeben und dokumentieren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14.8 – 14.14 Produkt, Preis, Kampagne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Produktdefinition, Anlage und Veröffentlichung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Preisversionen, Cluster und Faktorgrenzen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Produktänderung, Versionierung und Bestandswirkung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Fahrzeuggruppen und Van-Baumuster-Clustering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Testing als Arbeitsbereich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Kampagnenanlage und Rabattpflege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Preiskomponenten, Cost Unit Split und Inflation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flow_1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7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8" name="Schritte"/>
          <p:cNvSpPr txBox="1"/>
          <p:nvPr/>
        </p:nvSpPr>
        <p:spPr>
          <a:xfrm>
            <a:off x="5065776" y="2606040"/>
            <a:ext cx="46451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Klären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Aufgaben und Abgrenzung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zur HQ-Rolle (14.1) und pflegen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marktspezifische Einstellungen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Länderabweichungen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(14.2 und 14.3).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Verwalten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Vorlagen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(14.4) und nutzen Sie nur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zulässigen Aktionen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im Administrationsbereich (14.5); prüfen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Sichtbarkeit und Berechtigungen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(14.6).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Definieren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Sie Produkte, legen Sie sie an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veröffentlichen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Sie sie (14.8).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Pflegen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Preisversionen, Cluster und Faktorgrenzen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sowie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Preiskomponenten, Cost Unit Split und Inflation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(14.9 und 14.14).</a:t>
            </a:r>
            <a:endParaRPr lang="en-US" sz="900" dirty="0"/>
          </a:p>
        </p:txBody>
      </p:sp>
      <p:sp>
        <p:nvSpPr>
          <p:cNvPr id="19" name="Warnhinweis"/>
          <p:cNvSpPr/>
          <p:nvPr/>
        </p:nvSpPr>
        <p:spPr>
          <a:xfrm>
            <a:off x="5047488" y="392277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0" name="Warnzeichen"/>
          <p:cNvSpPr txBox="1"/>
          <p:nvPr/>
        </p:nvSpPr>
        <p:spPr>
          <a:xfrm>
            <a:off x="5120640" y="392277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1" name="Warntext"/>
          <p:cNvSpPr txBox="1"/>
          <p:nvPr/>
        </p:nvSpPr>
        <p:spPr>
          <a:xfrm>
            <a:off x="5458968" y="392277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Veröffentlichte Preisversionen wirken sofort auf neue Angebote.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Prüfen Sie Faktorgrenzen und Bestandswirkung im Product Testing, bevor Sie veröffentlichen.</a:t>
            </a:r>
            <a:endParaRPr lang="en-US" sz="900" dirty="0"/>
          </a:p>
        </p:txBody>
      </p:sp>
      <p:sp>
        <p:nvSpPr>
          <p:cNvPr id="22" name="Schritte"/>
          <p:cNvSpPr txBox="1"/>
          <p:nvPr/>
        </p:nvSpPr>
        <p:spPr>
          <a:xfrm>
            <a:off x="5065776" y="4507992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Produktänderungen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beachten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Versionierung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Bestandswirkung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(14.10); clustern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Fahrzeuggruppen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Van-Baumuster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(14.11).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Testen Sie Änderungen im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Testing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(14.12), bevor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Kampagnen und Rabatte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anlegen (14.13).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7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Prüfen, freigeben und dokumentieren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Sie jede Änderung (14.7).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Marktrolle, Produkt- und Preispflege sowie Administration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14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Produkt-, Preis- und Kampagnenpflege, Administration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Blueprint und Freigaben (Kapitel 15)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MO/Dealer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Rückmeldungen aus Prüfung und Vertrieb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Marktrolle mit Administrationsrechten (Kapitel 2)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Blueprint und Länderabweichungen bekannt (Kapitel 15 und 20)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Freigabeprozess des Marktes geklärt (Kapitel 16.3)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Änderung im Product Testing geprüft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Preisversion, Cluster und Faktorgrenzen plausibel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Bestandswirkung bewertet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Freigabe dokumentiert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792224"/>
          </a:xfrm>
          <a:prstGeom prst="roundRect">
            <a:avLst>
              <a:gd name="adj" fmla="val 5102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Ein Cluster für den relativen Basispreis erfordert einen Preisfaktor (14.9).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Fahrzeuggruppen: Das Produkt mit aktueller Preisversion ist vorausgewählt, abgelaufene Preisversionen erscheinen nicht; Name und Beschreibung erzeugt das System auf Wunsch aus den Filtern (14.11).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Beim Duplizieren einer Kampagne setzt das System die External Campaign ID zurück; deaktivierte Kampagnen bleiben bearbeitbar (14.13).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Produktänderungen wirken je nach Versionierung nur auf Neuverträge oder auch auf den Bestand (14.10).</a:t>
            </a:r>
            <a:endParaRPr lang="en-US" sz="900" dirty="0"/>
          </a:p>
        </p:txBody>
      </p:sp>
      <p:pic>
        <p:nvPicPr>
          <p:cNvPr id="17" name="Prozessbild" descr="/tmp/claude-0/-home-user-step2-oneSCM/768b354c-b2c6-524c-b102-2abaf010b0fe/scratchpad/qg/src/img/landscape_1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713232"/>
            <a:ext cx="4663440" cy="1207008"/>
          </a:xfrm>
          <a:prstGeom prst="rect">
            <a:avLst/>
          </a:prstGeom>
        </p:spPr>
      </p:pic>
      <p:sp>
        <p:nvSpPr>
          <p:cNvPr id="18" name="FAQ"/>
          <p:cNvSpPr/>
          <p:nvPr/>
        </p:nvSpPr>
        <p:spPr>
          <a:xfrm>
            <a:off x="5047488" y="2029968"/>
            <a:ext cx="4663440" cy="1536192"/>
          </a:xfrm>
          <a:prstGeom prst="roundRect">
            <a:avLst>
              <a:gd name="adj" fmla="val 5952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9" name="FAQ Inhalt"/>
          <p:cNvSpPr txBox="1"/>
          <p:nvPr/>
        </p:nvSpPr>
        <p:spPr>
          <a:xfrm>
            <a:off x="5157216" y="2103120"/>
            <a:ext cx="44439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Was darf der Markt ohne HQ ändern?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Marktspezifische Einstellungen, Preise, Kampagnen und Vorlagen innerhalb des Blueprints; Abweichungen brauchen HQ-Freigabe (14.3 und 15.4).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teste ich ein neues Produkt?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Im Product Testing mit Testdaten aus Anhang I.3, bevor es veröffentlicht wird (14.12).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Was ist ein Cost Unit Split?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Die Aufteilung des Preises auf Kostenkomponenten, z. B. für Inflationsanpassungen (14.14).</a:t>
            </a:r>
            <a:endParaRPr lang="en-US" sz="900" dirty="0"/>
          </a:p>
        </p:txBody>
      </p:sp>
      <p:sp>
        <p:nvSpPr>
          <p:cNvPr id="20" name="Wichtige Links und Ansprechpartner"/>
          <p:cNvSpPr/>
          <p:nvPr/>
        </p:nvSpPr>
        <p:spPr>
          <a:xfrm>
            <a:off x="5047488" y="3675888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1" name="Kartentitel"/>
          <p:cNvSpPr txBox="1"/>
          <p:nvPr/>
        </p:nvSpPr>
        <p:spPr>
          <a:xfrm>
            <a:off x="5157216" y="37490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2" name="Karteninhalt"/>
          <p:cNvSpPr txBox="1"/>
          <p:nvPr/>
        </p:nvSpPr>
        <p:spPr>
          <a:xfrm>
            <a:off x="5157216" y="4023360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Übergangsmodul T14-15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Marktpflege und zentrale Vorgaben verbinden.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Testdatenkatalog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I.3.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Marktrolle, Produkt- und Preispflege sowie Administration</dc:title>
  <dc:subject>PptxGenJS Presentation</dc:subject>
  <dc:creator>oneSCM Quick Guide</dc:creator>
  <cp:lastModifiedBy>oneSCM Quick Guide</cp:lastModifiedBy>
  <cp:revision>1</cp:revision>
  <dcterms:created xsi:type="dcterms:W3CDTF">2026-10-11T16:25:23Z</dcterms:created>
  <dcterms:modified xsi:type="dcterms:W3CDTF">2026-10-11T16:25:23Z</dcterms:modified>
</cp:coreProperties>
</file>