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steuern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arbeiten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und verantworten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15.1 bis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und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Blueprint-Pflege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Umgang mit 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Zusammenarbeit und 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Zusammenarbeit mit Markt und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 versus dokumentierte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 und Industry-Codes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Grenzen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Markt und MO ab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globalen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verbindliche Grundlage aller Märkte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geben Sie sie frei oder lehnen Sie sie ab (15.3); Ergebnis ins Register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Coverage-Codes und SA-Matching wirken auf alle Märkte und Sparten.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werden nur nach Freigabe und mit Testnachweis veröffentlicht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Steuern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HQ-Ebene (15.4) nach dem Freigabeworkflow aus Kapitel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Stimmen Sie sich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(15.5); 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dokumentierte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 und Industry-Codes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(15.7); sie steuern Produktzuordnung und Leistungsbezug. Märkte erscheinen dabei in der Sprache der Markteinstellungen.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Ausprägung und Rückmeldung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Qualitätsrückmeldungen (Kapitel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 mit zentralen Pflegerechten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Governance-Prozess und Freigabestufen bekannt (Kapitel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zugänglich (Kapitel 20.6)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Blueprint-Änderung begründet und freigegeben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Länderabweichung bewertet und im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und Coverage-Codes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 und MO informiert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Blueprint ist Referenz für Schulung und Handbuch; Abweichungen sind je Land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Gruppennamen technischer Optionen sind je Division eindeutig; der Blueprint-Assistent endet mit dem Schritt „Overview &amp; Confirmation“ (15.2,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T15-14 und T15-16 verbinden HQ-Pflege mit Markt und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globale Standardprozess mit Produkten, Regeln und Stammdaten, von dem Märkte nur dokumentiert abweichen dürfen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Coverage-Codes?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zentral; Märkte nutzen sie in Produktdefinition und Leistungsbezug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gehen HQ und Markt bei Konflikten vor?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die Governance-Freigabe (15.4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Zentrale Grundlagen an die Marktpflege übergeben.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der Pflegeentscheidung zum Governance-Nachweis.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HQ-Rolle, Blueprint und zentrale Stammdaten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