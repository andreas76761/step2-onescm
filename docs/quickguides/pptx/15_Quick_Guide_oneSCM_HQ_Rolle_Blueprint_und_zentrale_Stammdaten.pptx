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HQ-Rolle, Blueprint und zentrale Stammdaten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15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72184"/>
          </a:xfrm>
          <a:prstGeom prst="roundRect">
            <a:avLst>
              <a:gd name="adj" fmla="val 621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 der HQ-Rolle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pflegen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globale Standards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behandeln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steuern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und Freigaben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arbeiten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 und 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zusammen und verantworten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SA-Matching und Coverage-Codes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15.1 bis 15.7).</a:t>
            </a:r>
            <a:endParaRPr lang="en-US" sz="900" dirty="0"/>
          </a:p>
        </p:txBody>
      </p:sp>
      <p:sp>
        <p:nvSpPr>
          <p:cNvPr id="11" name="Screenshot-Rahmen"/>
          <p:cNvSpPr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Screenshot-Beschriftung"/>
          <p:cNvSpPr txBox="1"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Blueprint-Pflege</a:t>
            </a:r>
            <a:endParaRPr lang="en-US" sz="700" dirty="0"/>
          </a:p>
        </p:txBody>
      </p:sp>
      <p:sp>
        <p:nvSpPr>
          <p:cNvPr id="13" name="Hinweis"/>
          <p:cNvSpPr txBox="1"/>
          <p:nvPr/>
        </p:nvSpPr>
        <p:spPr>
          <a:xfrm>
            <a:off x="201168" y="229514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4" name="Überblick Titel"/>
          <p:cNvSpPr txBox="1"/>
          <p:nvPr/>
        </p:nvSpPr>
        <p:spPr>
          <a:xfrm>
            <a:off x="201168" y="27340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01168" y="3008376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15.1 – 15.4 Blueprint und Governance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 der HQ-Rolle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Blueprint-Pflege und globale Standards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Umgang mit Länderabweichungen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und Freigaben auf HQ-Ebene</a:t>
            </a:r>
            <a:endParaRPr lang="en-US" sz="900" dirty="0"/>
          </a:p>
        </p:txBody>
      </p:sp>
      <p:sp>
        <p:nvSpPr>
          <p:cNvPr id="16" name="Überblick Spalte"/>
          <p:cNvSpPr txBox="1"/>
          <p:nvPr/>
        </p:nvSpPr>
        <p:spPr>
          <a:xfrm>
            <a:off x="2624328" y="3008376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15.5 – 15.7 Zusammenarbeit und Stammdaten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Zusammenarbeit mit Markt und MO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Aufgabenbeschreibung versus dokumentierte Navigation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SA-Matching und Coverage-Codes</a:t>
            </a:r>
            <a:endParaRPr lang="en-US" sz="900" dirty="0"/>
          </a:p>
        </p:txBody>
      </p:sp>
      <p:sp>
        <p:nvSpPr>
          <p:cNvPr id="17" name="Abschnittstitel"/>
          <p:cNvSpPr txBox="1"/>
          <p:nvPr/>
        </p:nvSpPr>
        <p:spPr>
          <a:xfrm>
            <a:off x="5047488" y="71323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987552"/>
            <a:ext cx="27980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Grenzen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HQ-Rolle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gegen Markt und MO ab (15.1).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globalen Standards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als verbindliche Grundlage aller Märkte (15.2).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Bewerten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geben Sie sie frei oder lehnen Sie sie ab (15.3); Ergebnis ins Register (Kapitel 20.6).</a:t>
            </a:r>
            <a:endParaRPr lang="en-US" sz="900" dirty="0"/>
          </a:p>
        </p:txBody>
      </p:sp>
      <p:sp>
        <p:nvSpPr>
          <p:cNvPr id="19" name="Screenshot-Rahmen"/>
          <p:cNvSpPr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Screenshot-Beschriftung"/>
          <p:cNvSpPr txBox="1"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 und Coverage-Codes</a:t>
            </a:r>
            <a:endParaRPr lang="en-US" sz="700" dirty="0"/>
          </a:p>
        </p:txBody>
      </p:sp>
      <p:sp>
        <p:nvSpPr>
          <p:cNvPr id="21" name="Warnhinweis"/>
          <p:cNvSpPr/>
          <p:nvPr/>
        </p:nvSpPr>
        <p:spPr>
          <a:xfrm>
            <a:off x="5047488" y="2606040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2" name="Warnzeichen"/>
          <p:cNvSpPr txBox="1"/>
          <p:nvPr/>
        </p:nvSpPr>
        <p:spPr>
          <a:xfrm>
            <a:off x="5120640" y="2606040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Warntext"/>
          <p:cNvSpPr txBox="1"/>
          <p:nvPr/>
        </p:nvSpPr>
        <p:spPr>
          <a:xfrm>
            <a:off x="5458968" y="2606040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an Coverage-Codes und SA-Matching wirken auf alle Märkte und Sparten.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werden nur nach Freigabe und mit Testnachweis veröffentlicht (Kapitel 16.4).</a:t>
            </a:r>
            <a:endParaRPr lang="en-US" sz="900" dirty="0"/>
          </a:p>
        </p:txBody>
      </p:sp>
      <p:sp>
        <p:nvSpPr>
          <p:cNvPr id="24" name="Schritte"/>
          <p:cNvSpPr txBox="1"/>
          <p:nvPr/>
        </p:nvSpPr>
        <p:spPr>
          <a:xfrm>
            <a:off x="5065776" y="3328416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Steuern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und Freigaben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auf HQ-Ebene (15.4) nach dem Freigabeworkflow aus Kapitel 16.3.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Stimmen Sie sich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 und 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 (15.5); unterscheiden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Aufgabenbeschreibung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dokumentierte Navigation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System (15.6).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SA-Matching und Coverage-Codes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zentral (15.7); sie steuern Produktzuordnung und Leistungsbezug.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HQ-Rolle, Blueprint und zentrale Stammdaten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15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1965960"/>
          </a:xfrm>
          <a:prstGeom prst="roundRect">
            <a:avLst>
              <a:gd name="adj" fmla="val 465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Blueprint, globale Standards, zentrale Stammdaten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lokale Ausprägung und Rückmeldung (Kapitel 14)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Prüfregeln und Qualitätsrückmeldungen (Kapitel 9)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HQ-Rolle mit zentralen Pflegerechten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Governance-Prozess und Freigabestufen bekannt (Kapitel 16)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Länderabweichungsregister zugänglich (Kapitel 20.6)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788920"/>
            <a:ext cx="4663440" cy="1115568"/>
          </a:xfrm>
          <a:prstGeom prst="roundRect">
            <a:avLst>
              <a:gd name="adj" fmla="val 819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28620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1363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Blueprint-Änderung begründet und freigegeben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Länderabweichung bewertet und im Register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Technical Options und Coverage-Codes getestet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Markt und MO informiert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014216"/>
            <a:ext cx="4663440" cy="1225296"/>
          </a:xfrm>
          <a:prstGeom prst="roundRect">
            <a:avLst>
              <a:gd name="adj" fmla="val 746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0873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3616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Blueprint ist Referenz für Schulung und Handbuch; Abweichungen sind je Land dokumentiert (Kapitel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HQ-Freigaben sind im Klärungsregister nachvollziehbar (Anhang F).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Übergangsmodule T15-14 und T15-16 verbinden HQ-Pflege mit Markt und Governance.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der Blueprint?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globale Standardprozess mit Produkten, Regeln und Stammdaten, von dem Märkte nur dokumentiert abweichen dürfen (15.2).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pflegt Coverage-Codes?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HQ zentral; Märkte nutzen sie in Produktdefinition und Leistungsbezug (15.7).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gehen HQ und Markt bei Konflikten vor?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das Klärungsregister und die Governance-Freigabe (15.4 und 16.7).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527048"/>
          </a:xfrm>
          <a:prstGeom prst="roundRect">
            <a:avLst>
              <a:gd name="adj" fmla="val 5988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T15-14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Zentrale Grundlagen an die Marktpflege übergeben.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T15-16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Von der Pflegeentscheidung zum Governance-Nachweis.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HQ-Rolle, Blueprint und zentrale Stammdaten</dc:title>
  <dc:subject>PptxGenJS Presentation</dc:subject>
  <dc:creator>oneSCM Quick Guide</dc:creator>
  <cp:lastModifiedBy>oneSCM Quick Guide</cp:lastModifiedBy>
  <cp:revision>1</cp:revision>
  <dcterms:created xsi:type="dcterms:W3CDTF">2026-10-11T15:09:45Z</dcterms:created>
  <dcterms:modified xsi:type="dcterms:W3CDTF">2026-10-11T15:09:45Z</dcterms:modified>
</cp:coreProperties>
</file>