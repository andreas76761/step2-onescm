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Governance, Qualität, Datenschutz und Archivierung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16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beachten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sichere Beispieldaten, sichern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Datenqualität und Datenführerschaft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nutzen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dokumentieren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unterscheiden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Dokumentenverwaltung und Archivierung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führen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Quellen, Tickets und Versionen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16.1 bis 16.8).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16.1 – 16.4 Datenschutz und Qualität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 und sichere Beispieldaten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Datenqualität und Datenführerschaft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Prüfung und Freigabeworkflow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Testnachweise und produktiver Funktionsstand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16.5 – 16.8 Nachweise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Dokumentenverwaltung und Archivierung unterscheiden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Quellen, Ticketreferenzen und Versionsführung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Widersprüche, Lücken und Klärungsregister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Dealer-Governance und Reportingnachweise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8371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Verwenden Sie in Schulung, Tickets und Bildschirmbildern nur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sichere Beispieldaten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keine echten Kunden- oder Bankdaten (16.1).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Datenführerschaft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(16.2): Das führende System (z. B. oneERP für Kunden) ist maßgeblich; Korrekturen erfolgen dort.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Durchlaufen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(16.3): fachliche Prüfung, Freigabe, Dokumentation.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Hinterlegen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halten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produktiven Funktionsstand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fest (16.4).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Personenbezogene Daten gehören nie in Kommentare, Tickets oder Bildschirmbilder.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Verwenden Sie den Testdatenkatalog (Anhang I.3) und anonymisieren Sie Beispiele.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78231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Unterscheiden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Dokumentenverwaltung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(laufender Vorgang)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(rechtssichere Ablage) (16.5).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Quellen, Ticketreferenzen und Versionen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(16.6) und tragen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Widersprüche und Lücken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(16.7).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Sichern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Dealer-Governance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(16.8).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Governance, Qualität, Datenschutz und Archivierung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16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Datenschutz und Datenqualität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Freigabeworkflow, Versionsführung, Governance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Dealer-Governance und Reportingnachweise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Kenntnis der Datenschutzregeln des Konzerns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Klärungsregister und Ticketreferenzen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Freigabestufen des Marktes bekannt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Beispiele anonymisiert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Führendes System beachtet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Freigabe dokumentiert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Klärungsregister aktualisiert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Archivierte Dokumente sind unveränderlich; Korrekturen erzeugen neue Versionen.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Automatisierte End-to-End-Tests für Fahrzeug- und Produktmanagement sind Teil des Testnachweises je Release (16.4).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Klärungsregister ist Pflichtlektüre vor Releases (Kapitel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ich ein Bildschirmbild mit Kundendaten an den Support senden?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Nur anonymisiert oder mit Testdaten; echte Daten sind zu schwärzen (16.1).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der Unterschied zwischen Dokumentenverwaltung und Archivierung?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Dokumentenverwaltung begleitet den Vorgang, Archivierung ist die rechtssichere, unveränderliche Ablage (16.5).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melde ich einen Widerspruch im Handbuch?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Klärungsregister mit Kapitel, Quelle und Ticketreferenz (16.7 und Anhang F).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 und 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 und 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Governance, Qualität, Datenschutz und Archivierung</dc:title>
  <dc:subject>PptxGenJS Presentation</dc:subject>
  <dc:creator>oneSCM Quick Guide</dc:creator>
  <cp:lastModifiedBy>oneSCM Quick Guide</cp:lastModifiedBy>
  <cp:revision>1</cp:revision>
  <dcterms:created xsi:type="dcterms:W3CDTF">2026-10-11T16:25:23Z</dcterms:created>
  <dcterms:modified xsi:type="dcterms:W3CDTF">2026-10-11T16:25:23Z</dcterms:modified>
</cp:coreProperties>
</file>