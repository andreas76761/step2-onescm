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und Einführung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17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335024"/>
          </a:xfrm>
          <a:prstGeom prst="roundRect">
            <a:avLst>
              <a:gd name="adj" fmla="val 68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Zielmärkte und Einführungsumfang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für Zugang, Konfiguration und Schulung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Marktvorbereitung mit fachlicher Abnahme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 und Übergabe in den 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Begleitung nach der Einführung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17.1 bis 17.5).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Rollout-Plan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157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287121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17.1 – 17.3 Vorbereitung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Zielmärkte und Einführungsumfang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für Zugang, Konfiguration und Schulung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Marktvorbereitung und fachliche Abnahme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287121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17.4 – 17.5 Betrieb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 und Übergabe in den Betrieb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Begleitung nach Einführung und offene Punkte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Zielmärkte und Einführungsumfang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(17.1): Welche Sparten, Produkte und Rollen gehen wann live?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sicher (17.2): Zugänge, Marktkonfiguration, Schulungsumgebung.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Marktvorbereitung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 und dokumentieren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Abnahme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Testnachweisen (17.3, Kapitel 16.4).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Abnahmeprotokoll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26060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26060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26060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Ohne dokumentierte fachliche Abnahme erfolgt kein Produktivstart im Markt.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Abnahme, Testnachweise und Schulungsstand sind Voraussetzung für die Übergabe in den Betrieb.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3328416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Schulen Sie die Rollen mit Handbuch, Quick Guides und Wissenschecks (Anhang H) und übergeben Sie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Begleiten Sie die Einführung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Hypercare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und 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offene Punkte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Klärungsregister (17.5).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und Einführung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17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Rollout-Planung und Abnahme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Marktvorbereitung, Konfiguration, Schulung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Teilnahme an Schulung und Abnahme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Rollout-Plan mit Zielmärkten liegt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Berechtigungen für Schulungs- und Produktivsystem beantragt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Marktkonfiguration nach Kapitel 14 abgeschlossen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Zielmärkte und Umfang bestätigt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Zugänge und Konfiguration bereit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Abnahme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Schulung durchgeführt, offene Punkte erfasst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950976"/>
          </a:xfrm>
          <a:prstGeom prst="roundRect">
            <a:avLst>
              <a:gd name="adj" fmla="val 961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Einführung und Migration stehen in Kapitel 20.5 und 18.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Alltagschecklisten für den Start finden Sie in Anhang B.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zum Funktionsstand in Kapitel 22.4.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nimmt den Markt ab?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Markt fachlich, HQ für Blueprint-Konformität; beides wird dokumentiert (17.3).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Schulungsunterlagen gibt 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Handbuch, Quick Guides je Kapitel, Wissenschecks (Anhang H) und Schulungsmaterial im RetailPortal.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die Begleitung nach Einführung?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Rollout-Plan des Marktes; offene Punkte werden bis zur Schließung im Register geführt (17.5).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389888"/>
          </a:xfrm>
          <a:prstGeom prst="roundRect">
            <a:avLst>
              <a:gd name="adj" fmla="val 657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 und 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Rollout und Einführung</dc:title>
  <dc:subject>PptxGenJS Presentation</dc:subject>
  <dc:creator>oneSCM Quick Guide</dc:creator>
  <cp:lastModifiedBy>oneSCM Quick Guide</cp:lastModifiedBy>
  <cp:revision>1</cp:revision>
  <dcterms:created xsi:type="dcterms:W3CDTF">2026-10-11T15:09:45Z</dcterms:created>
  <dcterms:modified xsi:type="dcterms:W3CDTF">2026-10-11T15:09:45Z</dcterms:modified>
</cp:coreProperties>
</file>