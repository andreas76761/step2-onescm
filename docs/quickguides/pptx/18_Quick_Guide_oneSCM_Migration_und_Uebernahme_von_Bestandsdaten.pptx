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Migration und Übernahme von Bestandsdaten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18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Umfang und Abgrenzung der Migration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Quellsysteme und Datenobjekte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Datenzuordnung und Qualitätsprüfung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prüfen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übernommene Kunden und Verträge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behandeln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Fehlerfälle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verstehen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Cutover und Parallelbetrieb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18.1 bis 18.6).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18.1 – 18.3 Vorbereitung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Umfang und Abgrenzung der Migration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Quellsysteme und Datenobjekte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Datenzuordnung und Qualitätsprüfung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18.4 – 18.6 Durchführung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Übernommene Kunden und Verträge prüfen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Fehlerfälle, Korrekturwege und Nachweise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Cutover und Parallelbetrieb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Umfang und Abgrenzung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(18.1): Welche Verträge, Kunden und Dokumente werden übernommen, welche verbleiben im Altsystem?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Identifizieren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Quellsysteme und Datenobjekte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(18.2), z. B. Legacy-Systeme aus Kapitel 19.20.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Datenzuordnung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(Mapping)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Qualität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anhand der Prüfregeln (18.3).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Während des Parallelbetriebs dürfen migrierte Verträge nur im führenden System geändert werden.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Doppelpflege erzeugt Widersprüche und blockiert die Aktivierung.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übernommene Kunden und Verträge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stichprobenartig und nach Fehlerliste (18.4).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Behandeln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Fehlerfälle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die definierten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Korrekturwege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sichern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Cutover und Parallelbetrieb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(18.6): Ab dem Stichtag gilt oneSCM als führend.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Migration und Übernahme von Bestandsdaten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18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Projekt/HQ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Migrationsumfang, Cutover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Datenzuordnung und Qualitätsprüfung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übernommener Kunden und Verträge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Migrationsplan und Quellsysteme sind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Prüf- und Fehlerlisten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Korrekturwege und Ansprechpersonen sind festgelegt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Migrationsumfang bestätigt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Mapping und Qualität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Stichproben kontrolliert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Fehlerfälle mit Nachweis korrigiert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Migrierte Verträge sind in der Historie als migriert gekennzeichnet (Kapitel 10.8).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Datenführerschaft nach Kapitel 16.2 gilt auch für Altdaten.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Länderbezogene Migration in Kapitel 20.5.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Werden alle Altverträge migriert?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Nur die im Migrationsumfang definierten; der Rest läuft im Altsystem aus (18.1).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mache ich mit einem fehlerhaft migrierten Vertrag?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Fehlerfall über den Korrekturweg melden, nicht manuell nachbauen (18.5).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Wann endet der Parallelbetrieb?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dem im Cutover-Plan festgelegten Stichtag (18.6).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Legacy-Systeme und Übergangsarchitektur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19.20.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Migration und Übernahme von Bestandsdaten</dc:title>
  <dc:subject>PptxGenJS Presentation</dc:subject>
  <dc:creator>oneSCM Quick Guide</dc:creator>
  <cp:lastModifiedBy>oneSCM Quick Guide</cp:lastModifiedBy>
  <cp:revision>1</cp:revision>
  <dcterms:created xsi:type="dcterms:W3CDTF">2026-10-11T15:37:07Z</dcterms:created>
  <dcterms:modified xsi:type="dcterms:W3CDTF">2026-10-11T15:37:07Z</dcterms:modified>
</cp:coreProperties>
</file>