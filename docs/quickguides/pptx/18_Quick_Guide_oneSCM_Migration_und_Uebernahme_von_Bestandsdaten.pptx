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Migration und Übernahme von Bestandsdaten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18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335024"/>
          </a:xfrm>
          <a:prstGeom prst="roundRect">
            <a:avLst>
              <a:gd name="adj" fmla="val 684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Umfang und Abgrenzung der Migration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Quellsysteme und Datenobjekte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Datenzuordnung und Qualitätsprüfung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prüfen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übernommene Kunden und Verträge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behandeln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Fehlerfälle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verstehen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Cutover und Parallelbetrieb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18.1 bis 18.6).</a:t>
            </a:r>
            <a:endParaRPr lang="en-US" sz="900" dirty="0"/>
          </a:p>
        </p:txBody>
      </p:sp>
      <p:sp>
        <p:nvSpPr>
          <p:cNvPr id="11" name="Screenshot-Rahmen"/>
          <p:cNvSpPr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2" name="Screenshot-Beschriftung"/>
          <p:cNvSpPr txBox="1"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Migrationsübersicht</a:t>
            </a:r>
            <a:endParaRPr lang="en-US" sz="700" dirty="0"/>
          </a:p>
        </p:txBody>
      </p:sp>
      <p:sp>
        <p:nvSpPr>
          <p:cNvPr id="13" name="Hinweis"/>
          <p:cNvSpPr txBox="1"/>
          <p:nvPr/>
        </p:nvSpPr>
        <p:spPr>
          <a:xfrm>
            <a:off x="201168" y="215798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4" name="Überblick Titel"/>
          <p:cNvSpPr txBox="1"/>
          <p:nvPr/>
        </p:nvSpPr>
        <p:spPr>
          <a:xfrm>
            <a:off x="201168" y="259689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01168" y="287121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18.1 – 18.3 Vorbereitung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Umfang und Abgrenzung der Migration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Quellsysteme und Datenobjekte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Datenzuordnung und Qualitätsprüfung</a:t>
            </a:r>
            <a:endParaRPr lang="en-US" sz="900" dirty="0"/>
          </a:p>
        </p:txBody>
      </p:sp>
      <p:sp>
        <p:nvSpPr>
          <p:cNvPr id="16" name="Überblick Spalte"/>
          <p:cNvSpPr txBox="1"/>
          <p:nvPr/>
        </p:nvSpPr>
        <p:spPr>
          <a:xfrm>
            <a:off x="2624328" y="287121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18.4 – 18.6 Durchführung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Übernommene Kunden und Verträge prüfen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Fehlerfälle, Korrekturwege und Nachweise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Cutover und Parallelbetrieb</a:t>
            </a:r>
            <a:endParaRPr lang="en-US" sz="900" dirty="0"/>
          </a:p>
        </p:txBody>
      </p:sp>
      <p:sp>
        <p:nvSpPr>
          <p:cNvPr id="17" name="Abschnittstitel"/>
          <p:cNvSpPr txBox="1"/>
          <p:nvPr/>
        </p:nvSpPr>
        <p:spPr>
          <a:xfrm>
            <a:off x="5047488" y="713232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987552"/>
            <a:ext cx="27980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Umfang und Abgrenzung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(18.1): Welche Verträge, Kunden und Dokumente werden übernommen, welche verbleiben im Altsystem?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Identifizieren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Quellsysteme und Datenobjekte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(18.2), z. B. Legacy-Systeme aus Kapitel 19.20.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Datenzuordnung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(Mapping)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Qualität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anhand der Prüfregeln (18.3).</a:t>
            </a:r>
            <a:endParaRPr lang="en-US" sz="900" dirty="0"/>
          </a:p>
        </p:txBody>
      </p:sp>
      <p:sp>
        <p:nvSpPr>
          <p:cNvPr id="19" name="Screenshot-Rahmen"/>
          <p:cNvSpPr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0" name="Screenshot-Beschriftung"/>
          <p:cNvSpPr txBox="1"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Fehlerliste</a:t>
            </a:r>
            <a:endParaRPr lang="en-US" sz="700" dirty="0"/>
          </a:p>
        </p:txBody>
      </p:sp>
      <p:sp>
        <p:nvSpPr>
          <p:cNvPr id="21" name="Warnhinweis"/>
          <p:cNvSpPr/>
          <p:nvPr/>
        </p:nvSpPr>
        <p:spPr>
          <a:xfrm>
            <a:off x="5047488" y="2606040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2" name="Warnzeichen"/>
          <p:cNvSpPr txBox="1"/>
          <p:nvPr/>
        </p:nvSpPr>
        <p:spPr>
          <a:xfrm>
            <a:off x="5120640" y="2606040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3" name="Warntext"/>
          <p:cNvSpPr txBox="1"/>
          <p:nvPr/>
        </p:nvSpPr>
        <p:spPr>
          <a:xfrm>
            <a:off x="5458968" y="2606040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Während des Parallelbetriebs dürfen migrierte Verträge nur im führenden System geändert werden.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Doppelpflege erzeugt Widersprüche und blockiert die Aktivierung.</a:t>
            </a:r>
            <a:endParaRPr lang="en-US" sz="900" dirty="0"/>
          </a:p>
        </p:txBody>
      </p:sp>
      <p:sp>
        <p:nvSpPr>
          <p:cNvPr id="24" name="Schritte"/>
          <p:cNvSpPr txBox="1"/>
          <p:nvPr/>
        </p:nvSpPr>
        <p:spPr>
          <a:xfrm>
            <a:off x="5065776" y="3328416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übernommene Kunden und Verträge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stichprobenartig und nach Fehlerliste (18.4).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Behandeln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Fehlerfälle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die definierten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Korrekturwege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sichern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Cutover und Parallelbetrieb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(18.6): Ab dem Stichtag gilt oneSCM als führend.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Migration und Übernahme von Bestandsdaten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18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1965960"/>
          </a:xfrm>
          <a:prstGeom prst="roundRect">
            <a:avLst>
              <a:gd name="adj" fmla="val 4651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Projekt/HQ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Migrationsumfang, Cutover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Datenzuordnung und Qualitätsprüfung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übernommener Kunden und Verträge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Migrationsplan und Quellsysteme sind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Prüf- und Fehlerlisten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Korrekturwege und Ansprechpersonen sind festgelegt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788920"/>
            <a:ext cx="4663440" cy="1115568"/>
          </a:xfrm>
          <a:prstGeom prst="roundRect">
            <a:avLst>
              <a:gd name="adj" fmla="val 819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286207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136392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Migrationsumfang bestätigt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Mapping und Qualität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Stichproben kontrolliert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Fehlerfälle mit Nachweis korrigiert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014216"/>
            <a:ext cx="4663440" cy="1088136"/>
          </a:xfrm>
          <a:prstGeom prst="roundRect">
            <a:avLst>
              <a:gd name="adj" fmla="val 84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0873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36168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Migrierte Verträge sind in der Historie als migriert gekennzeichnet (Kapitel 10.8).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Datenführerschaft nach Kapitel 16.2 gilt auch für Altdaten.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Länderbezogene Migration in Kapitel 20.5.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Werden alle Altverträge migriert?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Nur die im Migrationsumfang definierten; der Rest läuft im Altsystem aus (18.1).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mache ich mit einem fehlerhaft migrierten Vertrag?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Fehlerfall über den Korrekturweg melden, nicht manuell nachbauen (18.5).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Wann endet der Parallelbetrieb?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dem im Cutover-Plan festgelegten Stichtag (18.6).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527048"/>
          </a:xfrm>
          <a:prstGeom prst="roundRect">
            <a:avLst>
              <a:gd name="adj" fmla="val 5988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Legacy-Systeme und Übergangsarchitektur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19.20.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Migration und Übernahme von Bestandsdaten</dc:title>
  <dc:subject>PptxGenJS Presentation</dc:subject>
  <dc:creator>oneSCM Quick Guide</dc:creator>
  <cp:lastModifiedBy>oneSCM Quick Guide</cp:lastModifiedBy>
  <cp:revision>1</cp:revision>
  <dcterms:created xsi:type="dcterms:W3CDTF">2026-10-11T15:09:45Z</dcterms:created>
  <dcterms:modified xsi:type="dcterms:W3CDTF">2026-10-11T15:09:45Z</dcterms:modified>
</cp:coreProperties>
</file>