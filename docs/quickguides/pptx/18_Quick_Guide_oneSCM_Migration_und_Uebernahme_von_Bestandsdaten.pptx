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18.1 bis 18.6).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18.1 – 18.3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18.4 – 18.6 Durchführung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Fehlerfälle, Korrekturwege und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(18.1): Welche Verträge, Kunden und Dokumente werden übernommen, welche verbleiben im Altsystem?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(18.2), z. B. Legacy-Systeme aus Kapitel 19.20.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(Mapping)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anhand der Prüfregeln (18.3).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Während des Parallelbetriebs dürfen migrierte Verträge nur im führenden System geändert werden.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Doppelpflege erzeugt Widersprüche und blockiert die Aktivierung.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stichprobenartig und nach Fehlerliste (18.4).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Behandeln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definierten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(18.6): Ab dem Stichtag gilt oneSCM als führend.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Migrationsumfang, Cutover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Datenzuordnung und Qualitätsprüfung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übernommener Kunden und Verträge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Migrationsplan und Quellsysteme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Prüf- und Fehlerlisten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 und Ansprechpersonen sind festgelegt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Migrationsumfang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Mapping und Qualität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Stichproben kontrolliert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Fehlerfälle mit Nachweis korrigiert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Migrierte Verträge sind in der Historie als migriert gekennzeichnet (Kapitel 10.8).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 nach Kapitel 16.2 gilt auch für Altdaten.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Migration in Kapitel 20.5.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Werden alle Altverträge migriert?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die im Migrationsumfang definierten; der Rest läuft im Altsystem aus (18.1).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mache ich mit einem fehlerhaft migrierten Vertrag?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Fehlerfall über den Korrekturweg melden, nicht manuell nachbauen (18.5).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endet der Parallelbetrieb?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dem im Cutover-Plan festgelegten Stichtag (18.6).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und Übergangsarchitektur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19.20.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Migration und Übernahme von Bestandsdaten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