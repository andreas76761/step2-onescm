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angebundenen Systeme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Auftrags-, Fahrzeug-, Vertrags-, Finanz-, Zahlungs- und Berechtigungsdaten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mit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19.1 bis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 und Fahrzeug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Pkw-Auftragsinformationen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Van-Fahrzeugstammdaten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Auftrags- und Fahrzeugbezug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Kilometerstand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Vertrag,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bzw.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Finanzen, Zahlung, Berechtigung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Kunden- und Finanzintegration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und SWT – FI-Anbindung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Buchhaltung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Manuelle 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 und Steckbriefe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Weitere Systeme, Datenplattformen,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 und Schnittstellenbetrieb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Steckbriefe: VeDoc, VERSO/VOM, oneDoC, Xentry, MBFS Bundling, POS-Kanäle, Versicherer, Lieferanten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Architekturüberblick und 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Datenquellen je Prozessschritt zu: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 und Auftrag: GO, AFAB, CEPRO, OTR, MIC, DSB (19.2 bis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und Leistung: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und Finanzen: oneERP, CoFiCo, SWT, NEMESIS, MPay (19.11 bis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Zugang: ALICE (19.16); manuelle Übergabe: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Schnittstellenfehler nicht durch manuelle Doppelpflege umgehen.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Melden Sie den Fehler mit Referenznummer und System an den Support; DATIX ist nur der dokumentierte manuelle Übergabeweg.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offene Nachweise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(19.24 bis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Architektur, Schnittstellenbetrieb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Fehlerbehandlung und Nachweise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Verständnis der Datenherkunft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Grundverständnis des Vertragsprozesses (Kapitel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Architekturregister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Supportweg für Schnittstellenfehler bekannt (Kapitel 23)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Systemlandkarte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Datenquelle je Prozessschritt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Fehlerweg bei Schnittstellenstörung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Steckbrief des betroffenen Systems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 nutzen unterschiedliche Auftragssysteme (GO bzw.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Datenplattformen und Reporting (19.19) sind lesend angebunden.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(19.20) laufen nur bis zum Cutover (Kapitel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Fahrzeugdaten im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nach Einstiegspunkt aus OTR, VERSO/VOM oder MIC; Van-Stammdaten aus CEPRO (19.4 bis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macht VEGA?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führt Vertrag, Coverage und Claim für den Leistungsbezug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wird DATIX genutzt?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für die dokumentierte manuelle Übergabe, wenn kein automatischer Weg besteht (19.17).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 und offene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und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Architektur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