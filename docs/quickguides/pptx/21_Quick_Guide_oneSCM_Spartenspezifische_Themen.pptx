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72184"/>
          </a:xfrm>
          <a:prstGeom prst="roundRect">
            <a:avLst>
              <a:gd name="adj" fmla="val 621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21.1 bis 21.6).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Spartenkontext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2951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73405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300837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21.1 – 21.3 Profil und Daten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und Abgrenzung Pkw/Van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und Kennungen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 je Sparte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3008376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21.4 – 21.6 Prozess und Planung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 je Sparte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Kennungen je Sparte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(21.2):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Pkw: Auftragsdaten aus GO (Kapitel 19.2)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Van: Auftragsdaten aus AFAB, Stammdaten aus CEPRO, Baumuster-Clustering (Kapitel 19.3, 19.4, 14.11)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Produkte und Preisparameter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Sparte (21.3).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Einstiegspunkt je Sparte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615184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615184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615184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Pkw- und Van-Verträge nutzen unterschiedliche Auftragssysteme und Kennungen.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falscher Spartenkontext führt zu falschen Produkten und Preisen; prüfen Sie den Kontext vor dem Angebot.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33756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Signatur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 Spartenregeln durch (21.4).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Verwaltung und Finanzfolgen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Sparte (21.5).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Spartenplanung, Tests und Freigaben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liegen bei Markt und HQ (21.6).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Spartenspezifische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21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spartenrichtige Erfassung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Produkte und Preise je Sparte (Kapitel 14.11)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Spartenplanung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 für die jeweilige Sparte freigeschaltet (z. B. oneSCM.DealerVAN)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Spartenkontext ist gesetzt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Fahrzeugkennungen der Sparte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Spartenkontext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Kennung der Sparte verwendet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Produkt der Sparte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Spartenregeln für Signatur und Aktivierung beachtet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088136"/>
          </a:xfrm>
          <a:prstGeom prst="roundRect">
            <a:avLst>
              <a:gd name="adj" fmla="val 840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Vorlage dieses Quick Guides ist das Van-Beispiel „Antragserstellung und -verwaltung“.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Van-Baumuster werden in Fahrzeuggruppen geclustert (Kapitel 14.11).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Spartenübergreifende Sonderfälle in Kapitel 12.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mit der Van-Rolle Pkw-Verträge anlegen?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Nein, dafür ist die Pkw-Rolle und der passende Kontext nötig (Kapitel 2.2).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unterscheiden sich die Einstiegspunkte?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Weil Pkw und Van unterschiedliche Auftrags- und Stammdatensysteme haben (21.2 und 19).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stehen die Spartentests?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Kapitel 21.6 und im Testdatenkatalog (Anhang I.3).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527048"/>
          </a:xfrm>
          <a:prstGeom prst="roundRect">
            <a:avLst>
              <a:gd name="adj" fmla="val 598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Spartenprofil Pkw/Van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21.1.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Spartenspezifische Themen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