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Spartenspezifische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und Kennungen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21.1 bis 21.6).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21.1 – 21.3 Profil und 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 und Abgrenzung Pkw/Van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und Kennungen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 je Sparte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21.4 – 21.6 Prozess und Planung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Kennungen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Pkw: Auftragsdaten aus GO (Kapitel 19.2)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Van: Auftragsdaten aus AFAB, Stammdaten aus CEPRO, Baumuster-Clustering (Kapitel 19.3, 19.4, 14.11)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Sparte (21.3).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82219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82219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82219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Pkw- und Van-Verträge nutzen unterschiedliche Auftragssysteme und Kennungen.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falscher Spartenkontext führt zu falschen Produkten und Preisen; prüfen Sie den Kontext vor dem Angebot.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544568"/>
            <a:ext cx="4645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den Spartenregeln durch (21.4).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Sparte (21.5).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liegen bei Markt und HQ (21.6).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Spartenspezifische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spartenrichtige Erfassung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Produkte und Preise je Sparte (Kapitel 14.11)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Spartenplanung und 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für die jeweilige Sparte freigeschaltet (z. B. oneSCM.DealerVAN)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Spartenkontext ist gesetzt (Kapitel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Fahrzeugkennungen der Sparte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Spartenkontext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Kennung der Sparte verwendet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Produkt der Sparte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Spartenregeln für Signatur und Aktivierung beachtet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Vorlage dieses Quick Guides ist das Van-Beispiel „Antragserstellung und -verwaltung“.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BM6-Ablauf für Vans bietet alle zu Baumuster und Motortyp passenden Verkaufsbezeichnungen an; Baumuster mit sieben und acht Stellen sind zulässig (21.2).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Spartenübergreifende Sonderfälle in Kapitel 12.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mit der Van-Rolle Pkw-Verträge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dafür ist die Pkw-Rolle und der passende Kontext nötig (Kapitel 2.2).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unterscheiden sich die Einstiegspunkte?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Weil Pkw und Van unterschiedliche Auftrags- und Stammdatensysteme haben (21.2 und 19).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stehen die Spartentests?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Kapitel 21.6 und im Testdatenkatalog (Anhang I.3).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21.1.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Spartenspezifische Themen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