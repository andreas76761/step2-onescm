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geplanten Erweiterungen und offenen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22.1 bis 22.4).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Stand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Bestätigter Funktionsstand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Auswirkung und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410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bestätigten Funktionsstand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Nur dokumentierte und getestete Funktionen gelten als produktiv (Kapitel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Erweiterungen und offene Anforderungen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sie sind nicht Teil des aktuellen Prozesses.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86207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86207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86207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Geplante Funktionen dürfen nicht geschult oder Kunden zugesagt werden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bevor sie als produktiver Funktionsstand bestätigt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44728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Bewerten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Auswirkungen auf Schulung und Handbuch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und planen Sie Aktualisierungen der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und gleichen Sie den Stand in der Fußzeile der Guides ab.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Ausblick und Weiterentwicklung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22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Releaseplanung und Änderungsübersicht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Bewertung der Auswirkungen auf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Kenntnis des gültigen Funktionsstands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 Handbuchversion und Releasestand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Releaseinformationen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 für offene Anforderungen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Funktionsstand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Anforderungen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Schulungsbedarf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Release-Änderungen gelesen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Jede Änderung hat eine Ticketreferenz (Kapitel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Releasebezogene bekannte Fehler stehen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Stand jedes Quick Guides steht in der Fußzeile.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weiß ich, ob eine Funktion produktiv ist?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bestätigten Funktionsstand (22.1) und den Testnachweisen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werden die Quick Guides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Release, das Prozessschritte ändert (22.3 und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melde ich eine neue Anforderung?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und den Markt an HQ (22.2 und 16.7).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und Änderungsübersicht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Ausblick und Weiterentwicklung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