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geplanten Erweiterungen und offenen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22.1 bis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Stand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Bestätigter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Auswirkung und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Nur dokumentierte und getestete Funktionen gelten als produktiv (Kapitel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sie sind nicht Teil des aktuellen Prozesses.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Funktionen dürfen nicht geschult oder Kunden zugesagt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bevor sie als produktiver Funktionsstand bestätigt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und planen Sie Aktualisierungen der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und gleichen Sie den Stand in der Fußzeile der Guides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Releaseplanung und Änderungsübersicht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Bewertung der Auswirkungen auf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Kenntnis des gültigen Funktionsstands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Handbuchversion und Releasestand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Releaseinformationen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 für offene Anforderungen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Funktionsstand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Anforderungen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Schulungsbedarf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Release-Änderungen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Änderung hat eine Ticketreferenz (Kapitel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Releasebezogene bekannte Fehler stehen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Stand jedes Quick Guides steht in der Fußzeile.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weiß ich, ob eine Funktion produktiv ist?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bestätigten Funktionsstand (22.1) und den Testnachweisen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werden die Quick Guides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Release, das Prozessschritte ändert (22.3 und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 neue Anforderung?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den Markt an HQ (22.2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Ausblick und Weiterentwicklung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