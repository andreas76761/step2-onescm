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und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finden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häufige Fragen je Prozessphase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mit Markt- und Releasebezug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Bedienfrage, Datenabweichung und Störung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stellen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Informationen für einen Supportfall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zusammen,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Support- und Eskalationswege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23.1 bis 23.6).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23.1 – 23.3 Einordnen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nach Prozessphase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mit Markt- und Releasebezug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Bedienfrage, Datenabweichung und Störung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23.4 – 23.6 Melden und lösen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Informationen für einen Supportfall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Support- und Eskalationswege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 Workarounds und Ergebnisprüfung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354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zuerst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je Prozessphase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(23.1) und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bekannten Fehlern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Ihres Marktes und Releases (23.2).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Ihr Anliegen ein (23.3):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Bedienfrage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Handbuch und Quick Guide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führendes System und Fachbereich (Kapitel 16.2)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Störung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Supportfall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Informationen für den Supportfall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 (23.4):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Referenznummer, FIN/VIN, Markt, Sparte, Rolle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Zeitpunkt, Schritt, Fehlermeldung, Bildschirmbild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94760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947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Unbestätigte Workarounds können Verträge und Daten beschädigen.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Nutzen Sie ausschließlich die in Kapitel 23.6 dokumentierten Lösungen.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79976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Support- und Eskalationswege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(23.5): Hilfestellung Servicevertrag Van über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sc-van@mercedes-benz.com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weitere Wege je Markt.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Wenden Sie nur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und prüfen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Ergebnis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und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Selbsthilfe über FAQ und Workarounds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Supportfall mit vollständigen Angaben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Support/Kundenmanagement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Bearbeitung und Eskalation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Referenznummer, Markt, Sparte und Rolle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 ohne personenbezogene Daten (Kapitel 16.1)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Handbuchkapitel zum Prozessschritt geprüft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FAQ und bekannte Fehler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Anliegen eingeordnet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Supportinformationen vollständig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Workaround bestätigt, Ergebnis geprüft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fehlerhaften Informationen kommt das Kundenmanagement auf Sie zu; falsche Anträge werden abgelehnt.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Ticketreferenzen helfen, Ihr Anliegen dem richtigen Kapitel zuzuordnen (Anhang E).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Schulungsmaterial, Videos und FAQ finden Sie im RetailPortal.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673352"/>
          </a:xfrm>
          <a:prstGeom prst="roundRect">
            <a:avLst>
              <a:gd name="adj" fmla="val 546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kann nach Erstzulassung ein Servicevertrag abgeschlossen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 12 Monate und/oder maximal 50.000 km, sofern das Fahrzeug noch keinen Service erhalten hat (Ausnahme Dienst- und Vorführfahrzeuge mit Vorbesitzer).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für Vorführwagen ein Service-Paket abgeschlossen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Vorführ- und Dienstwagen gelten als Gebrauchtfahrzeuge; dafür ist nur ein reines Wartungspaket möglich.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eine andere Person als der Halter den Vertrag abschließen?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Vertragsinhaber und Halter müssen identisch sein.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49631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84378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Hilfestellung Servicevertrag 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sc-van@mercedes-benz.com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FAQ, Troubleshooting und Support</dc:title>
  <dc:subject>PptxGenJS Presentation</dc:subject>
  <dc:creator>oneSCM Quick Guide</dc:creator>
  <cp:lastModifiedBy>oneSCM Quick Guide</cp:lastModifiedBy>
  <cp:revision>1</cp:revision>
  <dcterms:created xsi:type="dcterms:W3CDTF">2026-10-11T15:37:07Z</dcterms:created>
  <dcterms:modified xsi:type="dcterms:W3CDTF">2026-10-11T15:37:07Z</dcterms:modified>
</cp:coreProperties>
</file>