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A.1: Glossar und Abkürzungen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A.1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erklärt Begriffe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Abkürzungen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oneSCM-Handbuchs einheitlich, von ALICE bis ZB II. Dieser Guide zeigt, wie Sie das Glossar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zitieren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Ergänzungen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einbringen.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Begriffsgruppen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Rollen: Dealer, MO, Markt, HQ, KAM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Vorgänge: Preisinformation, Angebot, Antrag, Vertrag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Kennungen: FIN/VIN, OTR-Deal-ID, VerSO-Order-ID, Baumuster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Systeme und Dokumente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Systeme: ALICE, OTR, VEGA, oneERP, NEMESIS, MPay, DATIX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Dokumente: ZB I, ZB II, SEPA-Mandat, Preisinformation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Antrags-, Signatur-, Vertrags-, Rechnungs-, Zahlungsstatus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A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Schlagen Sie den Begriff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nach; die Einträge sind alphabetisch sortiert und nennen das Kapitel, in dem der Begriff eingeführt wird.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Unterscheiden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Abkürzung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(z. B. MO)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Langform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Operation); im Handbuch wird die Langform beim ersten Vorkommen genannt.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Begriffsgruppen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(Rollen, Vorgänge, Kennungen, Systeme, Dokumente, Status), um verwandte Begriffe zu finden.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Begriff „Vertragsinhaber“ ist nicht gleich „Zahler“ oder „Nutzer“.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Rollen am Vertrag sind getrennt definiert (Kapitel 4.4); verwenden Sie die Glossarbegriffe exakt.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Verwenden Sie in Tickets, Kommentaren und Schulungen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Glossarbegriffe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nicht lokale Umschreibungen.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Fehlt ein Begriff oder ist eine Definition widersprüchlich, tragen Sie ihn in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(Anhang F, Kapitel 16.7).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A.1: Glossar und Abkürzungen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A.1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Begriffe nachschlagen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Glossar pflegen und freigeben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Begriffe und Sprachvarianten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oder Online-Hilfe geöffnet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 oder Abkürzung aus dem Prozesskontext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Ergänzungen über das Klärungsregister (Anhang F)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Begriff im Glossar gefunden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Langform und Abkürzung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Kapitelverweis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Fehlender Begriff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Glossar ist Teil des Exports und der Online-Hilfe (Kapitel 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Sprachvarianten der Begriffe sind je Markt dokumentiert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Abkürzungen der Systeme sind in den Steckbriefen in Kapitel 19 erläutert.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finde ich die Bedeutung von „MO“?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Glossar unter M: Market Operation, Rolle für fachliche Prüfung und Aktivierung (Kapitel 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ich eigene Abkürzungen verwenden?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Tickets und Kommentaren bitte nur Glossarbegriffe; neue Begriffe über das Klärungsregister vorschlagen.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das Glossar auch auf Englisch?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Sprachvarianten richten sich nach dem Markt (Kapitel 20); siehe Hinweis im Glossar.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A mit Begriffen und Abkürzungen.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 und 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A.1: Glossar und Abkürzungen</dc:title>
  <dc:subject>PptxGenJS Presentation</dc:subject>
  <dc:creator>oneSCM Quick Guide</dc:creator>
  <cp:lastModifiedBy>oneSCM Quick Guide</cp:lastModifiedBy>
  <cp:revision>1</cp:revision>
  <dcterms:created xsi:type="dcterms:W3CDTF">2026-10-11T16:25:23Z</dcterms:created>
  <dcterms:modified xsi:type="dcterms:W3CDTF">2026-10-11T16:25:23Z</dcterms:modified>
</cp:coreProperties>
</file>