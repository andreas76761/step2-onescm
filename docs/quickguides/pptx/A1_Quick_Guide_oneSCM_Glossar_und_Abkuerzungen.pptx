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A.1: Glossar und Abkürzungen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A.1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erklärt Begriffe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oneSCM-Handbuchs einheitlich, von ALICE bis ZB II. Dieser Guide zeigt, wie Sie das Glossar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einbringen.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Begriffsgruppen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Rollen: Dealer, MO, Markt, HQ,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Vorgänge: Preisinformation, Angebot, Antrag,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Kennungen: FIN/VIN, OTR-Deal-ID, VerSO-Order-ID, Baumuster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Systeme und Dokumente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Systeme: ALICE, OTR, VEGA, oneERP, NEMESIS, MPay, DATIX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Dokumente: ZB I, ZB II, SEPA-Mandat, Preisinformation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Antrags-, Signatur-, Vertrags-, Rechnungs-, Zahlungsstatus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den Begriff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nach; die Einträge sind alphabetisch sortiert und nennen das Kapitel, in dem der Begriff eingeführt wird.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(z. B. MO)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Langform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Operation); im Handbuch wird die Langform beim ersten Vorkommen genannt.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Begriffsgruppen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(Rollen, Vorgänge, Kennungen, Systeme, Dokumente, Status), um verwandte Begriffe zu finden.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Begriff „Vertragsinhaber“ ist nicht gleich „Zahler“ oder „Nutzer“.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Rollen am Vertrag sind getrennt definiert (Kapitel 4.4); verwenden Sie die Glossarbegriffe exakt.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Tickets, Kommentaren und Schulungen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Glossarbegriffe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nicht lokale Umschreibungen.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Begriff oder ist eine Definition widersprüchlich, tragen Sie ihn in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(Anhang F, Kapitel 16.7).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A.1: Glossar und Abkürzungen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A.1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Begriffe nachschlagen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Glossar pflegen und freigeben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Begriffe und Sprachvarianten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oder Online-Hilfe geöffnet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 oder Abkürzung aus dem Prozesskontext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Ergänzungen über das Klärungsregister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Begriff im Glossar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Langform und Abkürzung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Kapitelverweis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Fehlender Begriff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Glossar ist Teil des Exports und der Online-Hilfe (Kapitel 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Sprachvarianten der Begriffe sind je Markt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Abkürzungen der Systeme sind in den Steckbriefen in Kapitel 19 erläutert.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die Bedeutung von „MO“?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Glossar unter M: Market Operation, Rolle für fachliche Prüfung und Aktivierung (Kapitel 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eigene Abkürzungen verwenden?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 und Kommentaren bitte nur Glossarbegriffe; neue Begriffe über das Klärungsregister vorschlagen.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das Glossar auch auf Englisch?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Sprachvarianten richten sich nach dem Markt (Kapitel 20); siehe Hinweis im Glossar.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A.1: Glossar und Abkürzungen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