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D.1: Rollen-/Status-/Scopematrizen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D.1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234440"/>
          </a:xfrm>
          <a:prstGeom prst="roundRect">
            <a:avLst>
              <a:gd name="adj" fmla="val 740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Matrizen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zeigen, welche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welche Aktion darf, welche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Statusübergänge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zulässig sind und welcher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Scope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(Markt, Sparte, Betrieb) für Sichtbarkeit und Bearbeitung gilt.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D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05740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Verweise auf Handbuchkapitel und Systeme sind hervorgehoben; E-Mail-Adressen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4963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Inhalt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77063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Matrizen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Rollenmatrix: Aktion je Rolle (Dealer, MO, Markt, HQ)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Statusmatrix: zulässige Übergänge je Objekt (Antrag, Signatur, Vertrag)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Scopematrix: Sichtbarkeit je Markt, Sparte und Betrieb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77063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Anwendung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 einer Aktion: Darf meine Rolle das?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Statusfragen: Welcher Übergang ist möglich?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fehlender Sichtbarkeit: Passt der Scope?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D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87952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D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in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Rollenmatrix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ob Ihre Rolle die gewünschte Aktion ausführen darf.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Lesen Sie in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Statusmatrix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von welchem Status aus welcher Übergang zulässig ist (Kapitel 8.2).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in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Scopematrix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ob Markt, Sparte und Betrieb des Vorgangs zu Ihrem Zugang passen (Kapitel 2.4).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05409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05409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05409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Matrizen sind die verbindliche Referenz für Berechtigungen und Statusübergänge.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 im System sichtbarer, aber nicht dokumentierter Übergang ist zu melden, nicht zu nutzen.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77647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Fehlt ein Recht, beantragen Sie die Rolle über ALICE (Kapitel 2.3); fehlt ein Übergang, ist der Weg über Neuvertrag oder Support nötig.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Melden Sie Abweichungen zwischen Matrix und System über das Klärungsregister (Anhang F).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D.1: Rollen-/Status-/Scopematrizen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D.1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Alle Rollen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eigene Rechte und Statusübergänge nachschlagen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MO/Markt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Statusmatrix bei Prüfungen und Änderungen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Matrizen pflegen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 und Scope des eigenen Zugangs bekannt (Kapitel 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Aktueller Status des Vorgangs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Matrix in aktueller Version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Rolle darf die Aktion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Statusübergang ist zulässig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Scope passt zum Vorgang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Abweichung gemeldet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Antrags-, Signatur- und Vertragsstatus sind getrennte Matrizen (Kapitel 3.8).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Scope-Einschränkungen erklären, warum Vorgänge in der Suche fehlen (Kapitel 3.2).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Matrizen sind Grundlage der Rollenschulung (Kapitel 17).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Warum kann ich einen Antrag nicht aktivieren?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Aktivierung ist dem MO bzw. dem System vorbehalten; siehe Rollenmatrix und Kapitel 8.4.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Welche Übergänge gibt es aus „abgelehnt“?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Wiederaufnahme nach Korrektur (Kapitel 8.7); siehe Statusmatrix.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Warum sehe ich Verträge eines anderen Betriebs nicht?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Scope begrenzt die Sichtbarkeit auf Ihren Betrieb und Markt.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Rollen-/Status-/Scopematrizen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D.1.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ALICE – Berechtigungsmanagement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19.16.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Anhang D.1: Rollen-/Status-/Scopematrizen</dc:title>
  <dc:subject>PptxGenJS Presentation</dc:subject>
  <dc:creator>oneSCM Quick Guide</dc:creator>
  <cp:lastModifiedBy>oneSCM Quick Guide</cp:lastModifiedBy>
  <cp:revision>1</cp:revision>
  <dcterms:created xsi:type="dcterms:W3CDTF">2026-10-11T16:25:23Z</dcterms:created>
  <dcterms:modified xsi:type="dcterms:W3CDTF">2026-10-11T16:25:23Z</dcterms:modified>
</cp:coreProperties>
</file>