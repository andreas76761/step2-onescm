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Anhang E.1: Ticket-zu-Kapitel-Zuordnung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Van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Anhang E.1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1/2</a:t>
            </a:r>
            <a:endParaRPr lang="en-US" sz="700" dirty="0"/>
          </a:p>
        </p:txBody>
      </p:sp>
      <p:sp>
        <p:nvSpPr>
          <p:cNvPr id="8" name="Ziel und Nutzen"/>
          <p:cNvSpPr/>
          <p:nvPr/>
        </p:nvSpPr>
        <p:spPr>
          <a:xfrm>
            <a:off x="201168" y="713232"/>
            <a:ext cx="4663440" cy="1280160"/>
          </a:xfrm>
          <a:prstGeom prst="roundRect">
            <a:avLst>
              <a:gd name="adj" fmla="val 714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Ziel und Nutzen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Ticket-zu-Kapitel-Zuordnung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verbindet Anforderungen, Fehler und Klärungen (Tickets) mit den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Handbuchkapiteln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die sie betreffen. So finden Sie zu einem Ticket das Kapitel und zu einem Kapitel die offenen Tickets.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/badge_E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10312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Verweise auf Handbuchkapitel und Systeme sind hervorgehoben; E-Mail-Adressen sind als Links hinterlegt.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54203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Inhalt im Überblick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816352"/>
            <a:ext cx="224028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Zuordnung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Ticket → Kapitel: Welche Kapitel ändert das Ticket?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Kapitel → Tickets: Welche Tickets sind offen?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Status: offen, in Umsetzung, umgesetzt, abgelehnt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816352"/>
            <a:ext cx="224028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Nutzen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Releasevorbereitung (Kapitel 22)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Bekannte Fehler je Markt und Release (Kapitel 23.2)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Nachweis der Quellen (Kapitel 16.6)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/landscape_E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233672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/flow_E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96012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17830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So gehen Sie vor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057400"/>
            <a:ext cx="46451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Suchen Sie das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Ticket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in der Zuordnungstabelle; die Zeile nennt Kapitel, Status und Release.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Umgekehrt: Suchen Sie das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Kapitel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prüfen Sie, welche Tickets offen oder in Umsetzung sind.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Lesen Sie den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Status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Nur umgesetzte Tickets sind im Funktionsstand (Kapitel 22.1).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3054096"/>
            <a:ext cx="4663440" cy="475488"/>
          </a:xfrm>
          <a:prstGeom prst="roundRect">
            <a:avLst>
              <a:gd name="adj" fmla="val 15385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3054096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3054096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Ein offenes Ticket ändert den gültigen Prozess nicht.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Bis zur Umsetzung und Dokumentation gilt das Handbuchkapitel in seiner aktuellen Version.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3639312"/>
            <a:ext cx="464515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Bei einem neuen Ticket geben Sie das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betroffene Kapitel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an, damit die Zuordnung vollständig bleibt.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Prüfen Sie vor Schulungen die offenen Tickets des Kapitels (Kapitel 22.3).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Anhang E.1: Ticket-zu-Kapitel-Zuordnung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Van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Anhang E.1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2/2</a:t>
            </a:r>
            <a:endParaRPr lang="en-US" sz="700" dirty="0"/>
          </a:p>
        </p:txBody>
      </p:sp>
      <p:sp>
        <p:nvSpPr>
          <p:cNvPr id="8" name="Rollen und Voraussetzungen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Rollen und Voraussetzungen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Beteiligte Rollen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Redaktion/HQ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Zuordnung pflegen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Tickets dem Kapitel zuordnen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Alle Rollen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Ticketstatus zu einem Thema nachschlagen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Voraussetzungen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Ticketnummer oder Kapitel bekannt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Zugriff auf das Ticketsystem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Versionsführung nach Kapitel 16.6</a:t>
            </a:r>
            <a:endParaRPr lang="en-US" sz="900" dirty="0"/>
          </a:p>
        </p:txBody>
      </p:sp>
      <p:sp>
        <p:nvSpPr>
          <p:cNvPr id="11" name="Checkliste vor dem Abschluss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Checkliste vor dem Abschluss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Ticket dem Kapitel zugeordnet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Status geprüft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Release bekannt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Offene Tickets vor Schulung geprüft</a:t>
            </a:r>
            <a:endParaRPr lang="en-US" sz="900" dirty="0"/>
          </a:p>
        </p:txBody>
      </p:sp>
      <p:sp>
        <p:nvSpPr>
          <p:cNvPr id="14" name="Hinweise und Stolpersteine"/>
          <p:cNvSpPr/>
          <p:nvPr/>
        </p:nvSpPr>
        <p:spPr>
          <a:xfrm>
            <a:off x="201168" y="4242816"/>
            <a:ext cx="4663440" cy="1014984"/>
          </a:xfrm>
          <a:prstGeom prst="roundRect">
            <a:avLst>
              <a:gd name="adj" fmla="val 900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Hinweise und Stolpersteine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 Zuordnung ist Grundlage der Änderungsübersicht (Kapitel 22.4).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Tickets mit Marktbezug stehen auch in Kapitel 23.2.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Ticketreferenzen gehören in das Klärungsregister (Anhang F).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399032"/>
          </a:xfrm>
          <a:prstGeom prst="roundRect">
            <a:avLst>
              <a:gd name="adj" fmla="val 653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Häufig gestellte Fragen und Antworten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Wo finde ich alle Tickets zu Kapitel 7?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In der Zuordnung nach Kapitel gefiltert; Status und Release stehen je Zeile.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Wer pflegt die Zuordnung?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Redaktion und HQ im Rahmen der Versionsführung (Kapitel 16.6).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Wie melde ich ein neues Ticket?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Über den Supportweg (Kapitel 23.5) mit Angabe des Kapitels.</a:t>
            </a:r>
            <a:endParaRPr lang="en-US" sz="900" dirty="0"/>
          </a:p>
        </p:txBody>
      </p:sp>
      <p:sp>
        <p:nvSpPr>
          <p:cNvPr id="19" name="Wichtige Links und Ansprechpartner"/>
          <p:cNvSpPr/>
          <p:nvPr/>
        </p:nvSpPr>
        <p:spPr>
          <a:xfrm>
            <a:off x="5047488" y="2221992"/>
            <a:ext cx="4663440" cy="1490472"/>
          </a:xfrm>
          <a:prstGeom prst="roundRect">
            <a:avLst>
              <a:gd name="adj" fmla="val 6135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2951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Wichtige Links und Ansprechpartner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569464"/>
            <a:ext cx="44805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Ticket-zu-Kapitel-Zuordnung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Anhang E.1.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Releaseinformationen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Kapitel 22.4.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Handbuch oneSCM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Vollständige Kapitel mit Bildschirmbildern, Rollen-, Status- und Scopematrizen (Anhang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und Eskalation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Supportfall mit Referenznummer, Markt, Sparte und Bildschirmbild melden (Kapitel 23.4 und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Anhang E.1: Ticket-zu-Kapitel-Zuordnung</dc:title>
  <dc:subject>PptxGenJS Presentation</dc:subject>
  <dc:creator>oneSCM Quick Guide</dc:creator>
  <cp:lastModifiedBy>oneSCM Quick Guide</cp:lastModifiedBy>
  <cp:revision>1</cp:revision>
  <dcterms:created xsi:type="dcterms:W3CDTF">2026-10-11T16:25:24Z</dcterms:created>
  <dcterms:modified xsi:type="dcterms:W3CDTF">2026-10-11T16:25:24Z</dcterms:modified>
</cp:coreProperties>
</file>