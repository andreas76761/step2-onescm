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F.1: Quellen und Klärungsregister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F.1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280160"/>
          </a:xfrm>
          <a:prstGeom prst="roundRect">
            <a:avLst>
              <a:gd name="adj" fmla="val 714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Quellenverzeichnis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belegt jede Handbuchaussage,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Klärungsregister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sammelt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Widersprüche, Lücken und offene Fragen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Status und Verantwortlichen. Dieser Guide zeigt, wie Sie beides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Einträge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anlegen.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F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10312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54203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Inhalt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816352"/>
            <a:ext cx="2240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Quellenart: Systemdokumentation, Ticket, Fachentscheid, Test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Nachweisstatus: bestätigt, offen, widersprüchlich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Versionsbezug (Kapitel 16.6)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816352"/>
            <a:ext cx="2240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Klärungsregister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Eintrag: Kapitel, Aussage, Widerspruch oder Lücke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Status: offen, in Klärung, entschieden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Verantwortliche Rolle und Termin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F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096512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F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zu einer Aussage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im Quellenverzeichnis und ihren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Nachweisstatus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Finden Sie einen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Widerspruch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oder eine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Lücke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legen Sie einen Eintrag im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Klärungsregister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an: Kapitel, Aussage, Beobachtung, Quelle.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Ordnen Sie den Eintrag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verantwortlichen Rolle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zu (Markt, HQ, MO) und setzen Sie den Status „offen“.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19125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19125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19125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Keine Änderung am Handbuch ohne Quelle.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Aussagen ohne bestätigten Nachweis sind als offen gekennzeichnet und dürfen nicht geschult werden (Kapitel 16.4).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3776472"/>
            <a:ext cx="464515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Verfolgen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Entscheidung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; das Ergebnis wird in das Kapitel übernommen und die Quelle aktualisiert.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 Releases prüfen Sie offene Einträge des Kapitels (Kapitel 22).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Anhang F.1: Quellen und Klärungsregister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Anhang F.1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Alle Rollen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Widersprüche und Lücken melden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Redaktion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Register führen, Quellen pflegen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HQ/Markt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Klärungen entscheiden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Kapitel und Aussage, um die es geht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Quelle oder Ticketreferenz, falls vorhanden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Zugriff auf das Register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Quelle und Nachweisstatus geprüft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Eintrag vollständig angelegt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Verantwortliche Rolle gesetzt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Entscheidung ins Kapitel übernommen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014984"/>
          </a:xfrm>
          <a:prstGeom prst="roundRect">
            <a:avLst>
              <a:gd name="adj" fmla="val 900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Das Register ist Pflichtlektüre vor Releases und Schulungen.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Datenschutz: keine personenbezogenen Daten in Einträgen (Kapitel 16.1).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Ticketreferenzen verbinden Register und Zuordnung (Anhang E).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ist der Unterschied zwischen Quelle und Ticket?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Die Quelle belegt eine Aussage; das Ticket beschreibt eine Änderung oder einen Fehler. Beides wird referenziert.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Wer entscheidet eine Klärung?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Die verantwortliche Rolle, bei Blueprint-Fragen HQ (Kapitel 15.4).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lange bleibt ein Eintrag offen?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Bis zur Entscheidung; offene Einträge werden vor jedem Release geprüft.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35915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432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70662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Quellen und Klärungsregister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F.1.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Ticket-zu-Kapitel-Zuordnung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E.1.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Anhang F.1: Quellen und Klärungsregister</dc:title>
  <dc:subject>PptxGenJS Presentation</dc:subject>
  <dc:creator>oneSCM Quick Guide</dc:creator>
  <cp:lastModifiedBy>oneSCM Quick Guide</cp:lastModifiedBy>
  <cp:revision>1</cp:revision>
  <dcterms:created xsi:type="dcterms:W3CDTF">2026-10-11T16:25:24Z</dcterms:created>
  <dcterms:modified xsi:type="dcterms:W3CDTF">2026-10-11T16:25:24Z</dcterms:modified>
</cp:coreProperties>
</file>