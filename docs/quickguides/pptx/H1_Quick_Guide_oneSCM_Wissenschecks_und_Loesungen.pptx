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H.1: Wissenschecks und Lösungen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H.1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prüfen je Kapitel das Verständnis mit Fragen zum Prozess, zu Rollen und Status;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Lösungen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erklären die richtige Antwort mit Kapitelverweis. Dieser Guide zeigt den Einsatz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Selbstlernen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H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Aufbau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Fragen je Kapitel mit Schwierigkeitsgrad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Fragetypen: Auswahl, Zuordnung, Fallbeispiel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Lösungen mit Begründung und Kapitelverweis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Einsatz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Selbstlernen nach dem Kapitel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Schulung: Einstieg und Abschluss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 für die Übergabe in den Betrieb (Kapitel 17.4)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H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37997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H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Kapitel und Quick Guide, bevor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starten.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Beantworten Sie die Fragen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ohne Hilfsmittel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Fallbeispiele beziehen sich auf die Praxisbeispiele in Anhang I.1.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Vergleichen Sie mit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Lösungen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lesen Sie die Begründung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Kapitelverweis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Wissenschecks ersetzen keine Berechtigung.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Zugang zu oneSCM wird über ALICE vergeben (Kapitel 2.3), unabhängig vom Schulungsergebnis.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50215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Wiederholen Sie die Kapitelabschnitte zu falsch beantworteten Fragen.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 dokumentieren das Ergebnis als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Schulungsnachweis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17.4).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H.1: Wissenschecks und Lösungen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H.1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Lernende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Selbstkontrolle nach dem Kapitel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Wissenschecks in Schulungen (Kapitel 17.4)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Fragen pflegen und freigeben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und Quick Guide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Zugang zu den Wissenschecks (Handbuch oder Schulungsmaterial)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Zeit für etwa zehn Fragen je Kapitel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Kapitel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Wissenscheck ohne Hilfsmittel bearbeitet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Lösungen und Begründungen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Schwachstellen nachgearbeitet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Fragen werden mit jedem Release geprüft (Kapitel 22.3).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Varianten der Fragen gibt es je Markt (Kapitel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Lösungen enthalten keine personenbezogenen Beispieldaten (Kapitel 16.1).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viele Fragen hat ein Wissenscheck?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Etwa zehn je Kapitel, je nach Umfang des Kapitels.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Gibt es eine Mindestpunktzahl?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legt der Markt für seine Schulung fest (Kapitel 17.4).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den Wissenscheck wiederholen?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beliebig oft; er dient der Selbstkontrolle.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Wissenschecks und Lösungen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H.1.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Neuerungen im System und Schulungsmaterial.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H.1: Wissenschecks und Lösungen</dc:title>
  <dc:subject>PptxGenJS Presentation</dc:subject>
  <dc:creator>oneSCM Quick Guide</dc:creator>
  <cp:lastModifiedBy>oneSCM Quick Guide</cp:lastModifiedBy>
  <cp:revision>1</cp:revision>
  <dcterms:created xsi:type="dcterms:W3CDTF">2026-10-11T16:25:24Z</dcterms:created>
  <dcterms:modified xsi:type="dcterms:W3CDTF">2026-10-11T16:25:24Z</dcterms:modified>
</cp:coreProperties>
</file>