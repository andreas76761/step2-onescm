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I.2: Rechenbeispiele und Finanzbezug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I.2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Rechenbeispiele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zeigen, wie sich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Preis, Zahlungsintervall, Laufzeit und Laufleistung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auf Zahlplan,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Endabrechnung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Erstattung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auswirken, und wie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Rabatte und Kampagnen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wirken. Dieser Guide erklärt die Beispiele Schritt für Schritt.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I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Beispiele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Zahlplan: einmalig gegenüber monatlich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Laufzeit und Laufleistung: Wirkung auf den Preis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Kampagne und Händlerrabatt im Angebot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Vorzeitige Beendigung: Endabrechnung und Erstattung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Finanzbezug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Rechnungsstellung (Kapitel 11.1)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Preiskomponenten und Cost Unit Split (Kapitel 14.14)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Buchung in NEMESIS, Zahlung über MPay (Kapitel 19)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I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40740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I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Ausgangsdaten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des Beispiels: Produkt, Laufzeit, Laufleistung, Zahlungsintervall.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Vollziehen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Zahlplan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nach: Gesamtpreis, Anzahl und Höhe der Raten, Fälligkeiten.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Wenden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Kampagne oder Rabatt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 und prüfen Sie die Wirkung auf den Zahlplan.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Rechenbeispiele verwenden Beispielpreise.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Verbindlich sind ausschließlich die Preisversion des Marktes und die Preisinformation aus oneSCM.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Rechnen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Endabrechnung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bei vorzeitiger Beendigung nach: genutzter Anteil, Erstattung, Korrektur (Kapitel 11.6).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Vergleichen Sie Ihr Ergebnis mit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Preisinformation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(PDF) aus dem System (Kapitel 5.6).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I.2: Rechenbeispiele und Finanzbezug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I.2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Zahlplan und Preisinformation erklären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Fachbereich Finanzen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Endabrechnung und Korrekturen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Preiskomponenten und Faktoren (Kapitel 14.9, 14.14)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 und Konfiguration des Beispielvertrags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Preisversion des Marktes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11 gelesen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Ausgangsdaten verstanden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Zahlplan nachgerechnet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Rabattwirkung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Endabrechnung nachvollzogen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Zahlungsintervall ist nachträglich nur auf „einmalig“ änderbar (Kapitel 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Erstattungen laufen über den Fachbereich Finanzen (Kapitel 11.6).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Faktorgrenzen und Cluster beschreibt Kapitel 14.9.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Warum weicht mein Ergebnis von der Preisinformation ab?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Prüfen Sie Preisversion, Kampagnenbedingungen und Rundungsregeln; im Zweifel gilt das System.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wird die Erstattung berechnet?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Anteilig nach Laufzeit und Laufleistung gemäß Kapitel 11.6; das Beispiel zeigt die Schritte.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Gilt das Beispiel für Pkw und Van?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Rechenlogik ja, die Preise je Sparte unterscheiden sich (Kapitel 21.3).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Rechenbeispiele und Finanzbezug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Rechnung, Zahlung, Kosten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11.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I.2: Rechenbeispiele und Finanzbezug</dc:title>
  <dc:subject>PptxGenJS Presentation</dc:subject>
  <dc:creator>oneSCM Quick Guide</dc:creator>
  <cp:lastModifiedBy>oneSCM Quick Guide</cp:lastModifiedBy>
  <cp:revision>1</cp:revision>
  <dcterms:created xsi:type="dcterms:W3CDTF">2026-10-11T15:37:08Z</dcterms:created>
  <dcterms:modified xsi:type="dcterms:W3CDTF">2026-10-11T15:37:08Z</dcterms:modified>
</cp:coreProperties>
</file>