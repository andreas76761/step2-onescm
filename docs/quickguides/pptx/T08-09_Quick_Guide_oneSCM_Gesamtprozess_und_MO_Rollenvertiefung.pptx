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Gesamtprozess und MO-Rollenvertiefung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T8-9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den Antrag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fachlichen Prüfung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verstehen, was der MO prüft, wie Rückmeldungen beim Dealer ankommen und wie beide Rollen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Gesamtprozess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gemeinsam abschließen.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8-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Dealer-Sicht (Kapitel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verfolgen und Status lesen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Daten und Dokumente ergänzen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 und Wiederaufnahme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MO-Sicht (Kapitel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Prüfkriterien, Prüfstatus, Gründe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Genehmigen, zurückweisen,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8-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6849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8-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den Antrag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Gesamtprozess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ein: eingereicht → in Prüfung → genehmigt/zurückgewiesen → aktiv (Anhang 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 MO öffnen Sie den Antrag aus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prüfen gegen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Kriterien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9.2 und 9.4).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 Dealer lesen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Kommunikation (Kapitel 8.2 und 9.3).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und MO kommunizieren über den Antrag, nicht über private Kanäle.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Gründe und Rückfragen gehören in die Kommunikation des Antrags, damit sie nachvollziehbar bleiben.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Zurückweisung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korrigiert der Dealer und reicht erneut ein; der MO prüft erneut (Kapitel 8.7 und 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erfolgt die Aktivierung; beide Rollen kontrollieren das Ergebnis (Kapitel 8.6 und 9.6).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Gesamtprozess und MO-Rollenvertiefung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T8-9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vollständig einreichen, Rückfragen beantworten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Aktivierung und Kundeninformation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vollständig eingereicht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und Prüfkriterien bekannt (Kapitel 9.1)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Kommunikationsweg zwischen Dealer und MO geklärt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Antragsstatus im Gesamtprozess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Prüfkriterien beiden Rollen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Rückmeldung über den Antrag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Ergebnis von beiden Rollen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Zurückweisungen brauchen immer einen Kommentar (Kapitel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aus Kapitel 12 laufen über denselben MO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 geben dem MO die Übersicht (Kapitel 9.8).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erfährt der Dealer vom Prüfergebnis?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Status und Kommunikation in der Antragsverwaltung (Kapitel 8.2).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MO Daten selbst korrigieren?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MO prüft; Korrekturen am Antrag nimmt der Dealer vor (Kapitel 9.5).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Abhängig von Vollständigkeit und Arbeitsliste; vollständige Anträge werden zuerst bearbeitet.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Antrag verfolgen und aktivieren.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und fachliche Prüfungen.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T8-9: Gesamtprozess und MO-Rollenvertiefung</dc:title>
  <dc:subject>PptxGenJS Presentation</dc:subject>
  <dc:creator>oneSCM Quick Guide</dc:creator>
  <cp:lastModifiedBy>oneSCM Quick Guide</cp:lastModifiedBy>
  <cp:revision>1</cp:revision>
  <dcterms:created xsi:type="dcterms:W3CDTF">2026-10-11T15:37:08Z</dcterms:created>
  <dcterms:modified xsi:type="dcterms:W3CDTF">2026-10-11T15:37:08Z</dcterms:modified>
</cp:coreProperties>
</file>