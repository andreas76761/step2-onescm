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Gesamtprozess und MO-Rollenvertiefung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T8-9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den Antrag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fachlichen Prüfung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Sie verstehen, was der MO prüft, wie Rückmeldungen beim Dealer ankommen und wie beide Rollen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Gesamtprozess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gemeinsam abschließen.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8-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Dealer-Sicht (Kapitel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verfolgen und Status lesen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Daten und Dokumente ergänzen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 und Wiederaufnahme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MO-Sicht (Kapitel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Arbeitsliste MO-Check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Prüfkriterien, Prüfstatus, Gründe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Genehmigen, zurückweisen, übergeben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8-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6849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8-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den Antrag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Gesamtprozess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ein: eingereicht → in Prüfung → genehmigt/zurückgewiesen → aktiv (Anhang D).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Als MO öffnen Sie den Antrag aus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Arbeitsliste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prüfen gegen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Kriterien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9.2 und 9.4).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Als Dealer lesen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Gründe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Kommunikation (Kapitel 8.2 und 9.3).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und MO kommunizieren über den Antrag, nicht über private Kanäle.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Gründe und Rückfragen gehören in die Kommunikation des Antrags, damit sie nachvollziehbar bleiben.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Zurückweisung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korrigiert der Dealer und reicht erneut ein; der MO prüft erneut (Kapitel 8.7 und 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Genehmigung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erfolgt die Aktivierung; beide Rollen kontrollieren das Ergebnis (Kapitel 8.6 und 9.6).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Gesamtprozess und MO-Rollenvertiefung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T8-9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Antrag vollständig einreichen, Rückfragen beantworten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Prüfung, Genehmigung, Zurückweisung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Aktivierung und Kundeninformation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vollständig eingereicht (Kapitel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MO-Rolle und Prüfkriterien bekannt (Kapitel 9.1)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Kommunikationsweg zwischen Dealer und MO geklärt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Antragsstatus im Gesamtprozess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Prüfkriterien beiden Rollen klar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Rückmeldung über den Antrag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Ergebnis von beiden Rollen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Zurückweisungen brauchen immer einen Kommentar (Kapitel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 aus Kapitel 12 laufen über denselben MO Check.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Contract-Review-Profile geben dem MO die Übersicht (Kapitel 9.8).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erfährt der Dealer vom Prüfergebnis?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Status und Kommunikation in der Antragsverwaltung (Kapitel 8.2).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der MO Daten selbst korrigieren?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MO prüft; Korrekturen am Antrag nimmt der Dealer vor (Kapitel 9.5).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ein MO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Abhängig von Vollständigkeit und Arbeitsliste; vollständige Anträge werden zuerst bearbeitet.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Antrag verfolgen und aktivieren.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und fachliche Prüfungen.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T8-9: Gesamtprozess und MO-Rollenvertiefung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