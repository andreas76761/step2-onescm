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Marktpflege und zentrale Vorgaben verbinden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T14-15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Marktpflege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zentralen Vorgaben des 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Sie wissen, welche Pflegeentscheidung der Markt allein trifft, welche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braucht und 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beantragt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14-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entscheidet (Kapitel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 und Vorlagen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Kampagnen, Rabatte im Blueprint-Rahmen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und Veröffentlichung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entscheidet (Kapitel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und globale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SA-Matching, Coverage-Codes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14-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14-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die geplante Änderung ein: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 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(Markt entscheidet)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(HQ-Freigabe nötig).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Bereiten Sie die Änderung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 und sichern Sie Testnachweise (Kapitel 14.12,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Beantragen Sie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Begründung beim HQ (Kapitel 15.3) und tragen Sie sie ins Register ein (Kapitel 20.6).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Keine Veröffentlichung einer Abweichung vor der HQ-Freigabe.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Nicht freigegebene Abweichungen gelten als Blueprint-Verstoß und werden zurückgenommen.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ab, bevor Sie veröffentlichen (Kapitel 14.7 und 15.4).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und 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wirksame Änderungen (Kapitel 15.5).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Marktpflege und zentrale Vorgaben verbinden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T14-15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Pflege und Antrag auf Abweichung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Freigabe, zentrale Stammdaten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Rückmeldung aus der Prüfung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Marktrolle mit Pflegerechten (Kapitel 14.1)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und Länderabweichungsregister bekannt (Kapitel 15.2, 20.6)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 geklärt (Kapitel 16.3)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als Blueprint oder Abweichung eingeordnet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Testnachweis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 beantragt und registriert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 vor Veröffentlichung abgewartet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Gegenstück T15-14 beschreibt die Übergabe zentraler Grundlagen an den Markt.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Coverage-Codes und Technical Options wirken auf alle Märkte (Kapitel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Freigaben werden im Klärungsregister nachvollziehbar gehalten (Anhang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der Markt eine Kampagne ohne HQ anlegen?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innerhalb des Blueprints (Kapitel 14.13); abweichende Konditionen brauchen HQ-Freigabe.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eine HQ-Freigabe?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dem Governance-Prozess des HQ (Kapitel 15.4); der Status steht im Register.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passiert bei Ablehnung?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Änderung bleibt unveröffentlicht; der Markt kann mit neuer Begründung erneut beantragen.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Marktrolle, Produkt- und Preispflege.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HQ-Rolle, Blueprint und zentrale Stammdaten.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T14-15: Marktpflege und zentrale Vorgaben verbinden</dc:title>
  <dc:subject>PptxGenJS Presentation</dc:subject>
  <dc:creator>oneSCM Quick Guide</dc:creator>
  <cp:lastModifiedBy>oneSCM Quick Guide</cp:lastModifiedBy>
  <cp:revision>1</cp:revision>
  <dcterms:created xsi:type="dcterms:W3CDTF">2026-10-11T15:37:08Z</dcterms:created>
  <dcterms:modified xsi:type="dcterms:W3CDTF">2026-10-11T15:37:08Z</dcterms:modified>
</cp:coreProperties>
</file>