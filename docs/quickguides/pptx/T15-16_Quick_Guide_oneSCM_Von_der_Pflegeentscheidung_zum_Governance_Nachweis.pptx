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Von der Pflegeentscheidung zum Governance-Nachweis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Pflegeentscheidung des 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Governance-Nachweisen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Jede Entscheidung erhält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Quelle, Testnachweis, Freigabe und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damit sie prüfbar und archivierbar ist.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15-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 (Kapitel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Blueprint-Änderung oder Länderabweichung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SA-Matching, Coverage-Codes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und Freigabe auf HQ-Ebene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 (Kapitel 16)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Prüfung und Freigabeworkflow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 und Funktionsstand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Tickets, Versionen, Klärungsregister, Archivierung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15-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15-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Begründung, Quelle und Ticketreferenz (Kapitel 16.6).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Durchlaufen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fachlicher Prüfung (Kapitel 16.3).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Hinterlegen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setzen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Entscheidung ohne Nachweis ist nicht freigegeben.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Erst mit Quelle, Testnachweis und dokumentierter Freigabe wird sie Teil des produktiven Funktionsstands.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Schließen Sie offene Einträge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aktualisieren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die freigegebene Fassung; laufende Dokumente bleiben in der Dokumentenverwaltung (Kapitel 16.5).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Von der Pflegeentscheidung zum Governance-Nachweis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Entscheidung treffen und nachweisen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Quellen, Versionen, Register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Nachweise nutzen und ergänzen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Pflegeentscheidung liegt vor (Kapitel 15.4)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 bekannt (Kapitel 16.3)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Klärungsregister und Versionsführung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Entscheidung mit Quelle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Freigabeworkflow durchlaufen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Testnachweis und Funktionsstand gesetzt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Register geschlossen, Version archiviert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 sind Grundlage für Rollout und Schulung (Kapitel 17).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 gilt auch für Nachweise und Testdaten (Kapitel 16.1, Anhang I.3).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Änderungsübersicht (Kapitel 22.4) speist sich aus diesen Nachweisen.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Nachweise braucht eine Coverage-Code-Änderung?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Quelle, Testnachweis je betroffener Sparte und HQ-Freigabe (Kapitel 15.7, 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archiviert?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Redaktion nach Freigabe (Kapitel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finde ich die Entscheidung später?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Versionsführung und Klärungsregister (Kapitel 16.6, Anhang F).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HQ-Rolle, Blueprint und zentrale Stammdaten.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Governance, Qualität, Datenschutz und Archivierung.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T15-16: Von der Pflegeentscheidung zum Governance-Nachweis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